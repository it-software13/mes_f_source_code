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5" r:id="rId1"/>
    <p:sldMasterId id="2147483783" r:id="rId2"/>
    <p:sldMasterId id="2147483797" r:id="rId3"/>
    <p:sldMasterId id="2147483954" r:id="rId4"/>
  </p:sldMasterIdLst>
  <p:notesMasterIdLst>
    <p:notesMasterId r:id="rId13"/>
  </p:notesMasterIdLst>
  <p:sldIdLst>
    <p:sldId id="2147375418" r:id="rId5"/>
    <p:sldId id="2147375517" r:id="rId6"/>
    <p:sldId id="2147375516" r:id="rId7"/>
    <p:sldId id="2147375519" r:id="rId8"/>
    <p:sldId id="2147375520" r:id="rId9"/>
    <p:sldId id="2147375522" r:id="rId10"/>
    <p:sldId id="2147375521" r:id="rId11"/>
    <p:sldId id="2147375398" r:id="rId12"/>
  </p:sldIdLst>
  <p:sldSz cx="18288000" cy="10287000"/>
  <p:notesSz cx="6858000" cy="9144000"/>
  <p:embeddedFontLst>
    <p:embeddedFont>
      <p:font typeface="맑은 고딕" panose="020B0503020000020004" pitchFamily="34" charset="-127"/>
      <p:regular r:id="rId14"/>
      <p:bold r:id="rId15"/>
    </p:embeddedFont>
    <p:embeddedFont>
      <p:font typeface="Arial Unicode MS" panose="020B0604020202020204" pitchFamily="34" charset="-12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Algerian" panose="04020705040A02060702" pitchFamily="82" charset="0"/>
      <p:regular r:id="rId21"/>
    </p:embeddedFont>
    <p:embeddedFont>
      <p:font typeface="Bahnschrift SemiBold Condensed" panose="020B0502040204020203" pitchFamily="34" charset="0"/>
      <p:bold r:id="rId22"/>
    </p:embeddedFont>
    <p:embeddedFont>
      <p:font typeface="SimSun" panose="02010600030101010101" pitchFamily="2" charset="-122"/>
      <p:regular r:id="rId23"/>
    </p:embeddedFont>
    <p:embeddedFont>
      <p:font typeface="微软雅黑" panose="020B0503020204020204" pitchFamily="34" charset="-122"/>
      <p:regular r:id="rId24"/>
      <p:bold r:id="rId25"/>
    </p:embeddedFont>
    <p:embeddedFont>
      <p:font typeface="Haettenschweiler" panose="020B0706040902060204" pitchFamily="34" charset="0"/>
      <p:regular r:id="rId26"/>
    </p:embeddedFont>
    <p:embeddedFont>
      <p:font typeface="Bahnschrift SemiBold SemiConden" panose="020B0502040204020203" pitchFamily="34" charset="0"/>
      <p:bold r:id="rId27"/>
    </p:embeddedFont>
    <p:embeddedFont>
      <p:font typeface="Franklin Gothic Book" panose="020B0503020102020204" pitchFamily="34" charset="0"/>
      <p:regular r:id="rId28"/>
      <p: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B"/>
    <a:srgbClr val="1EA1A6"/>
    <a:srgbClr val="F0F0F0"/>
    <a:srgbClr val="FF9999"/>
    <a:srgbClr val="F79646"/>
    <a:srgbClr val="E77957"/>
    <a:srgbClr val="FFCC66"/>
    <a:srgbClr val="E44231"/>
    <a:srgbClr val="FCD5B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89183" autoAdjust="0"/>
  </p:normalViewPr>
  <p:slideViewPr>
    <p:cSldViewPr>
      <p:cViewPr>
        <p:scale>
          <a:sx n="75" d="100"/>
          <a:sy n="75" d="100"/>
        </p:scale>
        <p:origin x="474" y="-3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9DEEF-12F8-634C-A79B-A121C64C1729}" type="datetimeFigureOut">
              <a:rPr kumimoji="1" lang="zh-TW" altLang="en-US" smtClean="0"/>
              <a:t>2023/9/14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C0FF7-DE41-774D-B78D-E458F01B71D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735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CF4B0-3F54-42A6-92E2-4F1900303AF8}" type="slidenum">
              <a:rPr lang="zh-CN" altLang="en-US" smtClean="0">
                <a:solidFill>
                  <a:prstClr val="black"/>
                </a:solidFill>
                <a:ea typeface="宋体" panose="02010600030101010101" pitchFamily="2" charset="-122"/>
              </a:rPr>
              <a:pPr/>
              <a:t>1</a:t>
            </a:fld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5738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CF4B0-3F54-42A6-92E2-4F1900303AF8}" type="slidenum">
              <a:rPr lang="zh-CN" altLang="en-US" smtClean="0">
                <a:solidFill>
                  <a:prstClr val="black"/>
                </a:solidFill>
                <a:ea typeface="宋体" panose="02010600030101010101" pitchFamily="2" charset="-122"/>
              </a:rPr>
              <a:pPr/>
              <a:t>8</a:t>
            </a:fld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0295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3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62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8077200" cy="6788944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2"/>
            <a:ext cx="8077200" cy="6788944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82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2302670"/>
            <a:ext cx="8083550" cy="95964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3262312"/>
            <a:ext cx="8083550" cy="5926932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2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08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02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409574"/>
            <a:ext cx="6016626" cy="17430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7"/>
            <a:ext cx="10223500" cy="877967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2152653"/>
            <a:ext cx="6016626" cy="703659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49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8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76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15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4114800" cy="8777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388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6" y="3195827"/>
            <a:ext cx="15544800" cy="2205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43200" y="5829422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61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43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23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04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86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76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49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95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75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10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4628" y="6610358"/>
            <a:ext cx="15544800" cy="2043112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44628" y="4360070"/>
            <a:ext cx="15544800" cy="2250280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194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36133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432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723946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40461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08655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47672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449162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2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4" y="2400428"/>
            <a:ext cx="8077200" cy="6788944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296404" y="2400428"/>
            <a:ext cx="8077200" cy="6788944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49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526" y="2302676"/>
            <a:ext cx="8080376" cy="95964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1940" indent="0">
              <a:buNone/>
              <a:defRPr sz="3000" b="1"/>
            </a:lvl2pPr>
            <a:lvl3pPr marL="1361338" indent="0">
              <a:buNone/>
              <a:defRPr sz="2800" b="1"/>
            </a:lvl3pPr>
            <a:lvl4pPr marL="2043278" indent="0">
              <a:buNone/>
              <a:defRPr sz="2400" b="1"/>
            </a:lvl4pPr>
            <a:lvl5pPr marL="2723946" indent="0">
              <a:buNone/>
              <a:defRPr sz="2400" b="1"/>
            </a:lvl5pPr>
            <a:lvl6pPr marL="3404618" indent="0">
              <a:buNone/>
              <a:defRPr sz="2400" b="1"/>
            </a:lvl6pPr>
            <a:lvl7pPr marL="4086554" indent="0">
              <a:buNone/>
              <a:defRPr sz="2400" b="1"/>
            </a:lvl7pPr>
            <a:lvl8pPr marL="4767220" indent="0">
              <a:buNone/>
              <a:defRPr sz="2400" b="1"/>
            </a:lvl8pPr>
            <a:lvl9pPr marL="5449162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14526" y="3262316"/>
            <a:ext cx="8080376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9290245" y="2302676"/>
            <a:ext cx="8083550" cy="95964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1940" indent="0">
              <a:buNone/>
              <a:defRPr sz="3000" b="1"/>
            </a:lvl2pPr>
            <a:lvl3pPr marL="1361338" indent="0">
              <a:buNone/>
              <a:defRPr sz="2800" b="1"/>
            </a:lvl3pPr>
            <a:lvl4pPr marL="2043278" indent="0">
              <a:buNone/>
              <a:defRPr sz="2400" b="1"/>
            </a:lvl4pPr>
            <a:lvl5pPr marL="2723946" indent="0">
              <a:buNone/>
              <a:defRPr sz="2400" b="1"/>
            </a:lvl5pPr>
            <a:lvl6pPr marL="3404618" indent="0">
              <a:buNone/>
              <a:defRPr sz="2400" b="1"/>
            </a:lvl6pPr>
            <a:lvl7pPr marL="4086554" indent="0">
              <a:buNone/>
              <a:defRPr sz="2400" b="1"/>
            </a:lvl7pPr>
            <a:lvl8pPr marL="4767220" indent="0">
              <a:buNone/>
              <a:defRPr sz="2400" b="1"/>
            </a:lvl8pPr>
            <a:lvl9pPr marL="5449162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290245" y="3262316"/>
            <a:ext cx="8083550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97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0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400"/>
          <p:cNvSpPr/>
          <p:nvPr userDrawn="1"/>
        </p:nvSpPr>
        <p:spPr>
          <a:xfrm>
            <a:off x="14975176" y="9680017"/>
            <a:ext cx="3137472" cy="519448"/>
          </a:xfrm>
          <a:prstGeom prst="rect">
            <a:avLst/>
          </a:prstGeom>
          <a:ln w="12700">
            <a:miter lim="400000"/>
          </a:ln>
        </p:spPr>
        <p:txBody>
          <a:bodyPr wrap="none" lIns="120052" tIns="120052" rIns="120052" bIns="120052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1511186" hangingPunct="0">
              <a:defRPr/>
            </a:pPr>
            <a:r>
              <a:rPr lang="en-US" sz="1800" kern="0" dirty="0">
                <a:sym typeface="Helvetica Light"/>
              </a:rPr>
              <a:t>To be the most reliable partner</a:t>
            </a:r>
            <a:endParaRPr sz="1800" kern="0" dirty="0">
              <a:sym typeface="Helvetica Light"/>
            </a:endParaRPr>
          </a:p>
        </p:txBody>
      </p:sp>
      <p:sp>
        <p:nvSpPr>
          <p:cNvPr id="4" name="矩形 17"/>
          <p:cNvSpPr/>
          <p:nvPr userDrawn="1"/>
        </p:nvSpPr>
        <p:spPr>
          <a:xfrm>
            <a:off x="3261329" y="254067"/>
            <a:ext cx="13371554" cy="762406"/>
          </a:xfrm>
          <a:custGeom>
            <a:avLst/>
            <a:gdLst>
              <a:gd name="connsiteX0" fmla="*/ 0 w 9742140"/>
              <a:gd name="connsiteY0" fmla="*/ 0 h 504056"/>
              <a:gd name="connsiteX1" fmla="*/ 9742140 w 9742140"/>
              <a:gd name="connsiteY1" fmla="*/ 0 h 504056"/>
              <a:gd name="connsiteX2" fmla="*/ 9742140 w 9742140"/>
              <a:gd name="connsiteY2" fmla="*/ 504056 h 504056"/>
              <a:gd name="connsiteX3" fmla="*/ 0 w 9742140"/>
              <a:gd name="connsiteY3" fmla="*/ 504056 h 504056"/>
              <a:gd name="connsiteX4" fmla="*/ 0 w 9742140"/>
              <a:gd name="connsiteY4" fmla="*/ 0 h 504056"/>
              <a:gd name="connsiteX0-1" fmla="*/ 248615 w 9990755"/>
              <a:gd name="connsiteY0-2" fmla="*/ 0 h 504056"/>
              <a:gd name="connsiteX1-3" fmla="*/ 9990755 w 9990755"/>
              <a:gd name="connsiteY1-4" fmla="*/ 0 h 504056"/>
              <a:gd name="connsiteX2-5" fmla="*/ 9990755 w 9990755"/>
              <a:gd name="connsiteY2-6" fmla="*/ 504056 h 504056"/>
              <a:gd name="connsiteX3-7" fmla="*/ 0 w 9990755"/>
              <a:gd name="connsiteY3-8" fmla="*/ 504056 h 504056"/>
              <a:gd name="connsiteX4-9" fmla="*/ 248615 w 9990755"/>
              <a:gd name="connsiteY4-10" fmla="*/ 0 h 504056"/>
              <a:gd name="connsiteX0-11" fmla="*/ 278112 w 9990755"/>
              <a:gd name="connsiteY0-12" fmla="*/ 0 h 504056"/>
              <a:gd name="connsiteX1-13" fmla="*/ 9990755 w 9990755"/>
              <a:gd name="connsiteY1-14" fmla="*/ 0 h 504056"/>
              <a:gd name="connsiteX2-15" fmla="*/ 9990755 w 9990755"/>
              <a:gd name="connsiteY2-16" fmla="*/ 504056 h 504056"/>
              <a:gd name="connsiteX3-17" fmla="*/ 0 w 9990755"/>
              <a:gd name="connsiteY3-18" fmla="*/ 504056 h 504056"/>
              <a:gd name="connsiteX4-19" fmla="*/ 278112 w 9990755"/>
              <a:gd name="connsiteY4-20" fmla="*/ 0 h 504056"/>
              <a:gd name="connsiteX0-21" fmla="*/ 294967 w 9990755"/>
              <a:gd name="connsiteY0-22" fmla="*/ 0 h 508270"/>
              <a:gd name="connsiteX1-23" fmla="*/ 9990755 w 9990755"/>
              <a:gd name="connsiteY1-24" fmla="*/ 4214 h 508270"/>
              <a:gd name="connsiteX2-25" fmla="*/ 9990755 w 9990755"/>
              <a:gd name="connsiteY2-26" fmla="*/ 508270 h 508270"/>
              <a:gd name="connsiteX3-27" fmla="*/ 0 w 9990755"/>
              <a:gd name="connsiteY3-28" fmla="*/ 508270 h 508270"/>
              <a:gd name="connsiteX4-29" fmla="*/ 294967 w 9990755"/>
              <a:gd name="connsiteY4-30" fmla="*/ 0 h 508270"/>
              <a:gd name="connsiteX0-31" fmla="*/ 294967 w 10013135"/>
              <a:gd name="connsiteY0-32" fmla="*/ 0 h 508270"/>
              <a:gd name="connsiteX1-33" fmla="*/ 10013135 w 10013135"/>
              <a:gd name="connsiteY1-34" fmla="*/ 1017 h 508270"/>
              <a:gd name="connsiteX2-35" fmla="*/ 9990755 w 10013135"/>
              <a:gd name="connsiteY2-36" fmla="*/ 508270 h 508270"/>
              <a:gd name="connsiteX3-37" fmla="*/ 0 w 10013135"/>
              <a:gd name="connsiteY3-38" fmla="*/ 508270 h 508270"/>
              <a:gd name="connsiteX4-39" fmla="*/ 294967 w 10013135"/>
              <a:gd name="connsiteY4-40" fmla="*/ 0 h 508270"/>
              <a:gd name="connsiteX0-41" fmla="*/ 294967 w 10019529"/>
              <a:gd name="connsiteY0-42" fmla="*/ 0 h 508270"/>
              <a:gd name="connsiteX1-43" fmla="*/ 10013135 w 10019529"/>
              <a:gd name="connsiteY1-44" fmla="*/ 1017 h 508270"/>
              <a:gd name="connsiteX2-45" fmla="*/ 10019529 w 10019529"/>
              <a:gd name="connsiteY2-46" fmla="*/ 508270 h 508270"/>
              <a:gd name="connsiteX3-47" fmla="*/ 0 w 10019529"/>
              <a:gd name="connsiteY3-48" fmla="*/ 508270 h 508270"/>
              <a:gd name="connsiteX4-49" fmla="*/ 294967 w 10019529"/>
              <a:gd name="connsiteY4-50" fmla="*/ 0 h 508270"/>
              <a:gd name="connsiteX0-51" fmla="*/ 294967 w 10019529"/>
              <a:gd name="connsiteY0-52" fmla="*/ 0 h 508270"/>
              <a:gd name="connsiteX1-53" fmla="*/ 10016332 w 10019529"/>
              <a:gd name="connsiteY1-54" fmla="*/ 1017 h 508270"/>
              <a:gd name="connsiteX2-55" fmla="*/ 10019529 w 10019529"/>
              <a:gd name="connsiteY2-56" fmla="*/ 508270 h 508270"/>
              <a:gd name="connsiteX3-57" fmla="*/ 0 w 10019529"/>
              <a:gd name="connsiteY3-58" fmla="*/ 508270 h 508270"/>
              <a:gd name="connsiteX4-59" fmla="*/ 294967 w 10019529"/>
              <a:gd name="connsiteY4-60" fmla="*/ 0 h 5082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19529" h="508270">
                <a:moveTo>
                  <a:pt x="294967" y="0"/>
                </a:moveTo>
                <a:lnTo>
                  <a:pt x="10016332" y="1017"/>
                </a:lnTo>
                <a:cubicBezTo>
                  <a:pt x="10018463" y="170101"/>
                  <a:pt x="10017398" y="339186"/>
                  <a:pt x="10019529" y="508270"/>
                </a:cubicBezTo>
                <a:lnTo>
                  <a:pt x="0" y="508270"/>
                </a:lnTo>
                <a:lnTo>
                  <a:pt x="29496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056" tIns="68560" rIns="137056" bIns="68560" rtlCol="0" anchor="ctr"/>
          <a:lstStyle/>
          <a:p>
            <a:pPr algn="ctr" defTabSz="1370228"/>
            <a:endParaRPr lang="zh-CN" altLang="en-US" sz="2800" dirty="0">
              <a:solidFill>
                <a:prstClr val="white"/>
              </a:solidFill>
              <a:ea typeface="方正黑体简体" panose="02010601030101010101" pitchFamily="2" charset="-122"/>
            </a:endParaRPr>
          </a:p>
        </p:txBody>
      </p:sp>
      <p:sp>
        <p:nvSpPr>
          <p:cNvPr id="5" name="矩形 1"/>
          <p:cNvSpPr/>
          <p:nvPr userDrawn="1"/>
        </p:nvSpPr>
        <p:spPr>
          <a:xfrm>
            <a:off x="0" y="257174"/>
            <a:ext cx="3748856" cy="756084"/>
          </a:xfrm>
          <a:custGeom>
            <a:avLst/>
            <a:gdLst>
              <a:gd name="connsiteX0" fmla="*/ 0 w 2422798"/>
              <a:gd name="connsiteY0" fmla="*/ 0 h 504056"/>
              <a:gd name="connsiteX1" fmla="*/ 2422798 w 2422798"/>
              <a:gd name="connsiteY1" fmla="*/ 0 h 504056"/>
              <a:gd name="connsiteX2" fmla="*/ 2422798 w 2422798"/>
              <a:gd name="connsiteY2" fmla="*/ 504056 h 504056"/>
              <a:gd name="connsiteX3" fmla="*/ 0 w 2422798"/>
              <a:gd name="connsiteY3" fmla="*/ 504056 h 504056"/>
              <a:gd name="connsiteX4" fmla="*/ 0 w 2422798"/>
              <a:gd name="connsiteY4" fmla="*/ 0 h 504056"/>
              <a:gd name="connsiteX0-1" fmla="*/ 0 w 2422798"/>
              <a:gd name="connsiteY0-2" fmla="*/ 0 h 504056"/>
              <a:gd name="connsiteX1-3" fmla="*/ 2422798 w 2422798"/>
              <a:gd name="connsiteY1-4" fmla="*/ 0 h 504056"/>
              <a:gd name="connsiteX2-5" fmla="*/ 2123617 w 2422798"/>
              <a:gd name="connsiteY2-6" fmla="*/ 499842 h 504056"/>
              <a:gd name="connsiteX3-7" fmla="*/ 0 w 2422798"/>
              <a:gd name="connsiteY3-8" fmla="*/ 504056 h 504056"/>
              <a:gd name="connsiteX4-9" fmla="*/ 0 w 2422798"/>
              <a:gd name="connsiteY4-10" fmla="*/ 0 h 504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22798" h="504056">
                <a:moveTo>
                  <a:pt x="0" y="0"/>
                </a:moveTo>
                <a:lnTo>
                  <a:pt x="2422798" y="0"/>
                </a:lnTo>
                <a:lnTo>
                  <a:pt x="2123617" y="499842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056" tIns="68560" rIns="137056" bIns="68560" rtlCol="0" anchor="ctr"/>
          <a:lstStyle/>
          <a:p>
            <a:pPr algn="ctr" defTabSz="1370228"/>
            <a:endParaRPr lang="zh-CN" altLang="en-US" sz="4800" b="1" dirty="0">
              <a:solidFill>
                <a:prstClr val="white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7" y="257174"/>
            <a:ext cx="3261278" cy="756084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681940" indent="0">
              <a:buFontTx/>
              <a:buNone/>
              <a:defRPr sz="1400">
                <a:latin typeface="+mj-ea"/>
                <a:ea typeface="+mj-ea"/>
              </a:defRPr>
            </a:lvl2pPr>
            <a:lvl3pPr marL="1362608" indent="0">
              <a:buFontTx/>
              <a:buNone/>
              <a:defRPr sz="1000">
                <a:latin typeface="+mj-ea"/>
                <a:ea typeface="+mj-ea"/>
              </a:defRPr>
            </a:lvl3pPr>
            <a:lvl4pPr marL="2043278" indent="0">
              <a:buFontTx/>
              <a:buNone/>
              <a:defRPr sz="800">
                <a:latin typeface="+mj-ea"/>
                <a:ea typeface="+mj-ea"/>
              </a:defRPr>
            </a:lvl4pPr>
            <a:lvl5pPr marL="2723946" indent="0">
              <a:buFontTx/>
              <a:buNone/>
              <a:defRPr sz="8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4866893" y="255596"/>
            <a:ext cx="10647918" cy="759244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600" b="1">
                <a:latin typeface="+mj-ea"/>
                <a:ea typeface="+mj-ea"/>
              </a:defRPr>
            </a:lvl1pPr>
            <a:lvl2pPr marL="681940" indent="0">
              <a:buFontTx/>
              <a:buNone/>
              <a:defRPr sz="1400">
                <a:latin typeface="+mj-ea"/>
                <a:ea typeface="+mj-ea"/>
              </a:defRPr>
            </a:lvl2pPr>
            <a:lvl3pPr marL="1362608" indent="0">
              <a:buFontTx/>
              <a:buNone/>
              <a:defRPr sz="1000">
                <a:latin typeface="+mj-ea"/>
                <a:ea typeface="+mj-ea"/>
              </a:defRPr>
            </a:lvl3pPr>
            <a:lvl4pPr marL="2043278" indent="0">
              <a:buFontTx/>
              <a:buNone/>
              <a:defRPr sz="800">
                <a:latin typeface="+mj-ea"/>
                <a:ea typeface="+mj-ea"/>
              </a:defRPr>
            </a:lvl4pPr>
            <a:lvl5pPr marL="2723946" indent="0">
              <a:buFontTx/>
              <a:buNone/>
              <a:defRPr sz="8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778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17" y="409700"/>
            <a:ext cx="6016626" cy="1743076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0226" y="409649"/>
            <a:ext cx="10223500" cy="877967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17" y="2152687"/>
            <a:ext cx="6016626" cy="7036594"/>
          </a:xfrm>
        </p:spPr>
        <p:txBody>
          <a:bodyPr/>
          <a:lstStyle>
            <a:lvl1pPr marL="0" indent="0">
              <a:buNone/>
              <a:defRPr sz="2200"/>
            </a:lvl1pPr>
            <a:lvl2pPr marL="681940" indent="0">
              <a:buNone/>
              <a:defRPr sz="1800"/>
            </a:lvl2pPr>
            <a:lvl3pPr marL="1361338" indent="0">
              <a:buNone/>
              <a:defRPr sz="1600"/>
            </a:lvl3pPr>
            <a:lvl4pPr marL="2043278" indent="0">
              <a:buNone/>
              <a:defRPr sz="1400"/>
            </a:lvl4pPr>
            <a:lvl5pPr marL="2723946" indent="0">
              <a:buNone/>
              <a:defRPr sz="1400"/>
            </a:lvl5pPr>
            <a:lvl6pPr marL="3404618" indent="0">
              <a:buNone/>
              <a:defRPr sz="1400"/>
            </a:lvl6pPr>
            <a:lvl7pPr marL="4086554" indent="0">
              <a:buNone/>
              <a:defRPr sz="1400"/>
            </a:lvl7pPr>
            <a:lvl8pPr marL="4767220" indent="0">
              <a:buNone/>
              <a:defRPr sz="1400"/>
            </a:lvl8pPr>
            <a:lvl9pPr marL="5449162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48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4578" y="7200902"/>
            <a:ext cx="10972800" cy="850108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584578" y="919162"/>
            <a:ext cx="10972800" cy="6172200"/>
          </a:xfrm>
        </p:spPr>
        <p:txBody>
          <a:bodyPr/>
          <a:lstStyle>
            <a:lvl1pPr marL="0" indent="0">
              <a:buNone/>
              <a:defRPr sz="4800"/>
            </a:lvl1pPr>
            <a:lvl2pPr marL="681940" indent="0">
              <a:buNone/>
              <a:defRPr sz="4200"/>
            </a:lvl2pPr>
            <a:lvl3pPr marL="1361338" indent="0">
              <a:buNone/>
              <a:defRPr sz="3600"/>
            </a:lvl3pPr>
            <a:lvl4pPr marL="2043278" indent="0">
              <a:buNone/>
              <a:defRPr sz="3000"/>
            </a:lvl4pPr>
            <a:lvl5pPr marL="2723946" indent="0">
              <a:buNone/>
              <a:defRPr sz="3000"/>
            </a:lvl5pPr>
            <a:lvl6pPr marL="3404618" indent="0">
              <a:buNone/>
              <a:defRPr sz="3000"/>
            </a:lvl6pPr>
            <a:lvl7pPr marL="4086554" indent="0">
              <a:buNone/>
              <a:defRPr sz="3000"/>
            </a:lvl7pPr>
            <a:lvl8pPr marL="4767220" indent="0">
              <a:buNone/>
              <a:defRPr sz="3000"/>
            </a:lvl8pPr>
            <a:lvl9pPr marL="5449162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584578" y="8051079"/>
            <a:ext cx="10972800" cy="1207294"/>
          </a:xfrm>
        </p:spPr>
        <p:txBody>
          <a:bodyPr/>
          <a:lstStyle>
            <a:lvl1pPr marL="0" indent="0">
              <a:buNone/>
              <a:defRPr sz="2200"/>
            </a:lvl1pPr>
            <a:lvl2pPr marL="681940" indent="0">
              <a:buNone/>
              <a:defRPr sz="1800"/>
            </a:lvl2pPr>
            <a:lvl3pPr marL="1361338" indent="0">
              <a:buNone/>
              <a:defRPr sz="1600"/>
            </a:lvl3pPr>
            <a:lvl4pPr marL="2043278" indent="0">
              <a:buNone/>
              <a:defRPr sz="1400"/>
            </a:lvl4pPr>
            <a:lvl5pPr marL="2723946" indent="0">
              <a:buNone/>
              <a:defRPr sz="1400"/>
            </a:lvl5pPr>
            <a:lvl6pPr marL="3404618" indent="0">
              <a:buNone/>
              <a:defRPr sz="1400"/>
            </a:lvl6pPr>
            <a:lvl7pPr marL="4086554" indent="0">
              <a:buNone/>
              <a:defRPr sz="1400"/>
            </a:lvl7pPr>
            <a:lvl8pPr marL="4767220" indent="0">
              <a:buNone/>
              <a:defRPr sz="1400"/>
            </a:lvl8pPr>
            <a:lvl9pPr marL="5449162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14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72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3258804" y="411966"/>
            <a:ext cx="4114800" cy="87772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11966"/>
            <a:ext cx="12039600" cy="87772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6133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66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矩形 182"/>
          <p:cNvSpPr/>
          <p:nvPr userDrawn="1"/>
        </p:nvSpPr>
        <p:spPr>
          <a:xfrm>
            <a:off x="4" y="4"/>
            <a:ext cx="18288000" cy="10287000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6366" tIns="68194" rIns="136366" bIns="68194" rtlCol="0" anchor="ctr"/>
          <a:lstStyle/>
          <a:p>
            <a:pPr algn="ctr" defTabSz="1362608">
              <a:defRPr/>
            </a:pPr>
            <a:endParaRPr lang="zh-CN" altLang="en-US" sz="2800">
              <a:solidFill>
                <a:prstClr val="white"/>
              </a:solidFill>
            </a:endParaRPr>
          </a:p>
        </p:txBody>
      </p:sp>
      <p:sp>
        <p:nvSpPr>
          <p:cNvPr id="3" name="Shape 2400"/>
          <p:cNvSpPr/>
          <p:nvPr userDrawn="1"/>
        </p:nvSpPr>
        <p:spPr>
          <a:xfrm>
            <a:off x="14975035" y="9680016"/>
            <a:ext cx="3137654" cy="519629"/>
          </a:xfrm>
          <a:prstGeom prst="rect">
            <a:avLst/>
          </a:prstGeom>
          <a:ln w="12700">
            <a:miter lim="400000"/>
          </a:ln>
        </p:spPr>
        <p:txBody>
          <a:bodyPr wrap="none" lIns="120142" tIns="120142" rIns="120142" bIns="120142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1512456" hangingPunct="0">
              <a:defRPr/>
            </a:pPr>
            <a:r>
              <a:rPr lang="en-US" sz="1800" kern="0" dirty="0">
                <a:sym typeface="Helvetica Light"/>
              </a:rPr>
              <a:t>To be the most reliable partner</a:t>
            </a:r>
            <a:endParaRPr sz="1800" kern="0" dirty="0">
              <a:sym typeface="Helvetica Light"/>
            </a:endParaRP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7324967" y="282981"/>
            <a:ext cx="676162" cy="67970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67688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1002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129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4131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8077200" cy="6788944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2"/>
            <a:ext cx="8077200" cy="6788944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1628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2302670"/>
            <a:ext cx="8083550" cy="95964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3262312"/>
            <a:ext cx="8083550" cy="5926932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553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9265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0685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409574"/>
            <a:ext cx="6016626" cy="17430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7"/>
            <a:ext cx="10223500" cy="877967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2152653"/>
            <a:ext cx="6016626" cy="703659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25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8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2735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8250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5033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769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3018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294" y="509266"/>
            <a:ext cx="17359795" cy="108637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98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2654880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2862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08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8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52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7000"/>
            <a:lum/>
          </a:blip>
          <a:srcRect/>
          <a:stretch>
            <a:fillRect l="-10000" t="8000" r="-10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16" cstate="email"/>
          <a:srcRect l="25064" r="19255" b="24142"/>
          <a:stretch>
            <a:fillRect/>
          </a:stretch>
        </p:blipFill>
        <p:spPr bwMode="auto">
          <a:xfrm>
            <a:off x="17319026" y="246225"/>
            <a:ext cx="792792" cy="750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4522" y="412078"/>
            <a:ext cx="16459200" cy="1714500"/>
          </a:xfrm>
          <a:prstGeom prst="rect">
            <a:avLst/>
          </a:prstGeom>
        </p:spPr>
        <p:txBody>
          <a:bodyPr vert="horz" lIns="90807" tIns="45413" rIns="90807" bIns="45413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522" y="2400428"/>
            <a:ext cx="16459200" cy="6788944"/>
          </a:xfrm>
          <a:prstGeom prst="rect">
            <a:avLst/>
          </a:prstGeom>
        </p:spPr>
        <p:txBody>
          <a:bodyPr vert="horz" lIns="90807" tIns="45413" rIns="90807" bIns="45413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14402" y="9534528"/>
            <a:ext cx="4267200" cy="547688"/>
          </a:xfrm>
          <a:prstGeom prst="rect">
            <a:avLst/>
          </a:prstGeom>
        </p:spPr>
        <p:txBody>
          <a:bodyPr vert="horz" lIns="90807" tIns="45413" rIns="90807" bIns="45413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defTabSz="136133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2023/9/14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248522" y="9534528"/>
            <a:ext cx="5791200" cy="547688"/>
          </a:xfrm>
          <a:prstGeom prst="rect">
            <a:avLst/>
          </a:prstGeom>
        </p:spPr>
        <p:txBody>
          <a:bodyPr vert="horz" lIns="90807" tIns="45413" rIns="90807" bIns="45413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defTabSz="1361338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3106404" y="9534528"/>
            <a:ext cx="4267200" cy="547688"/>
          </a:xfrm>
          <a:prstGeom prst="rect">
            <a:avLst/>
          </a:prstGeom>
        </p:spPr>
        <p:txBody>
          <a:bodyPr vert="horz" lIns="90807" tIns="45413" rIns="90807" bIns="45413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defTabSz="136133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1361338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hape 2400"/>
          <p:cNvSpPr/>
          <p:nvPr userDrawn="1"/>
        </p:nvSpPr>
        <p:spPr>
          <a:xfrm>
            <a:off x="14975176" y="9680017"/>
            <a:ext cx="3137472" cy="519448"/>
          </a:xfrm>
          <a:prstGeom prst="rect">
            <a:avLst/>
          </a:prstGeom>
          <a:ln w="12700">
            <a:miter lim="400000"/>
          </a:ln>
        </p:spPr>
        <p:txBody>
          <a:bodyPr wrap="none" lIns="120052" tIns="120052" rIns="120052" bIns="120052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1511186" hangingPunct="0">
              <a:defRPr/>
            </a:pPr>
            <a:r>
              <a:rPr lang="en-US" sz="1800" kern="0" dirty="0">
                <a:sym typeface="Helvetica Light"/>
              </a:rPr>
              <a:t>To be the most reliable partner</a:t>
            </a:r>
            <a:endParaRPr sz="18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6105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1361338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511774" indent="-511774" algn="l" defTabSz="1361338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1106088" indent="-425420" algn="l" defTabSz="1361338" rtl="0" eaLnBrk="1" latinLnBrk="0" hangingPunct="1">
        <a:spcBef>
          <a:spcPct val="20000"/>
        </a:spcBef>
        <a:buFont typeface="Arial" panose="020B0604020202020204" pitchFamily="34" charset="0"/>
        <a:buChar char="–"/>
        <a:defRPr sz="4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702944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2383612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3064282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»"/>
        <a:defRPr sz="3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3746220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25620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07558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789498" indent="-340336" algn="l" defTabSz="1361338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1940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338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043278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723946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404618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086554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767220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9162" algn="l" defTabSz="1361338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6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F22D5-DB5A-407B-A619-9AF20AABFDD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6653E-808B-4A61-A6D3-114515933C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48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958" r:id="rId12"/>
    <p:sldLayoutId id="2147483959" r:id="rId13"/>
  </p:sldLayoutIdLst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64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</p:sldLayoutIdLst>
  <p:txStyles>
    <p:titleStyle>
      <a:lvl1pPr algn="l" defTabSz="1371296" rtl="0" eaLnBrk="1" latinLnBrk="0" hangingPunct="1">
        <a:lnSpc>
          <a:spcPct val="90000"/>
        </a:lnSpc>
        <a:spcBef>
          <a:spcPct val="0"/>
        </a:spcBef>
        <a:buNone/>
        <a:defRPr sz="6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24" indent="-342824" algn="l" defTabSz="1371296" rtl="0" eaLnBrk="1" latinLnBrk="0" hangingPunct="1">
        <a:lnSpc>
          <a:spcPct val="90000"/>
        </a:lnSpc>
        <a:spcBef>
          <a:spcPts val="1499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473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714120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767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4pPr>
      <a:lvl5pPr marL="3085416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5pPr>
      <a:lvl6pPr marL="3771063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4456711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5142360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828007" indent="-342824" algn="l" defTabSz="137129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7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2pPr>
      <a:lvl3pPr marL="1371296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3pPr>
      <a:lvl4pPr marL="2056943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4pPr>
      <a:lvl5pPr marL="2742591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5pPr>
      <a:lvl6pPr marL="3428240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4113887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799536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485183" algn="l" defTabSz="1371296" rtl="0" eaLnBrk="1" latinLnBrk="0" hangingPunct="1"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raviteja-m\Pictures\vlcsnap-2020-02-04-13h10m45s84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62" t="17850" b="6111"/>
          <a:stretch/>
        </p:blipFill>
        <p:spPr bwMode="auto">
          <a:xfrm>
            <a:off x="0" y="0"/>
            <a:ext cx="18298832" cy="909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9091478"/>
            <a:ext cx="18298832" cy="12149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68" tIns="91434" rIns="182868" bIns="91434" rtlCol="0" anchor="ctr"/>
          <a:lstStyle/>
          <a:p>
            <a:pPr algn="ctr" defTabSz="1826124"/>
            <a:endParaRPr lang="en-US" sz="360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72264" y="2919700"/>
            <a:ext cx="9073008" cy="1661981"/>
          </a:xfrm>
          <a:prstGeom prst="rect">
            <a:avLst/>
          </a:prstGeom>
          <a:noFill/>
        </p:spPr>
        <p:txBody>
          <a:bodyPr wrap="square" lIns="182868" tIns="91434" rIns="182868" bIns="91434" rtlCol="0">
            <a:spAutoFit/>
          </a:bodyPr>
          <a:lstStyle/>
          <a:p>
            <a:pPr defTabSz="1827142"/>
            <a:r>
              <a:rPr lang="en-IN" sz="9600" dirty="0">
                <a:solidFill>
                  <a:srgbClr val="00B0F0"/>
                </a:solidFill>
                <a:latin typeface="Haettenschweiler" pitchFamily="34" charset="0"/>
              </a:rPr>
              <a:t>APACHE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936" y="3444340"/>
            <a:ext cx="9674472" cy="3139309"/>
          </a:xfrm>
          <a:prstGeom prst="rect">
            <a:avLst/>
          </a:prstGeom>
          <a:noFill/>
        </p:spPr>
        <p:txBody>
          <a:bodyPr wrap="square" lIns="182868" tIns="91434" rIns="182868" bIns="91434" rtlCol="0">
            <a:spAutoFit/>
          </a:bodyPr>
          <a:lstStyle/>
          <a:p>
            <a:pPr defTabSz="1827142"/>
            <a:r>
              <a:rPr lang="en-IN" sz="19200" spc="600" dirty="0">
                <a:solidFill>
                  <a:srgbClr val="F79646">
                    <a:lumMod val="75000"/>
                  </a:srgbClr>
                </a:solidFill>
                <a:latin typeface="Haettenschweiler" pitchFamily="34" charset="0"/>
              </a:rPr>
              <a:t>INDIA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0258544" y="2596512"/>
            <a:ext cx="1909792" cy="1715384"/>
            <a:chOff x="1060701" y="843557"/>
            <a:chExt cx="954896" cy="661189"/>
          </a:xfrm>
        </p:grpSpPr>
        <p:sp>
          <p:nvSpPr>
            <p:cNvPr id="12" name="Isosceles Triangle 3"/>
            <p:cNvSpPr/>
            <p:nvPr/>
          </p:nvSpPr>
          <p:spPr>
            <a:xfrm>
              <a:off x="1315217" y="1059582"/>
              <a:ext cx="462981" cy="445164"/>
            </a:xfrm>
            <a:custGeom>
              <a:avLst/>
              <a:gdLst>
                <a:gd name="connsiteX0" fmla="*/ 0 w 318448"/>
                <a:gd name="connsiteY0" fmla="*/ 531191 h 531191"/>
                <a:gd name="connsiteX1" fmla="*/ 159224 w 318448"/>
                <a:gd name="connsiteY1" fmla="*/ 0 h 531191"/>
                <a:gd name="connsiteX2" fmla="*/ 318448 w 318448"/>
                <a:gd name="connsiteY2" fmla="*/ 531191 h 531191"/>
                <a:gd name="connsiteX3" fmla="*/ 0 w 318448"/>
                <a:gd name="connsiteY3" fmla="*/ 531191 h 531191"/>
                <a:gd name="connsiteX0" fmla="*/ 0 w 356548"/>
                <a:gd name="connsiteY0" fmla="*/ 531191 h 556591"/>
                <a:gd name="connsiteX1" fmla="*/ 159224 w 356548"/>
                <a:gd name="connsiteY1" fmla="*/ 0 h 556591"/>
                <a:gd name="connsiteX2" fmla="*/ 356548 w 356548"/>
                <a:gd name="connsiteY2" fmla="*/ 556591 h 556591"/>
                <a:gd name="connsiteX3" fmla="*/ 0 w 356548"/>
                <a:gd name="connsiteY3" fmla="*/ 531191 h 556591"/>
                <a:gd name="connsiteX0" fmla="*/ 0 w 356548"/>
                <a:gd name="connsiteY0" fmla="*/ 531191 h 556591"/>
                <a:gd name="connsiteX1" fmla="*/ 159224 w 356548"/>
                <a:gd name="connsiteY1" fmla="*/ 0 h 556591"/>
                <a:gd name="connsiteX2" fmla="*/ 356548 w 356548"/>
                <a:gd name="connsiteY2" fmla="*/ 556591 h 556591"/>
                <a:gd name="connsiteX3" fmla="*/ 0 w 356548"/>
                <a:gd name="connsiteY3" fmla="*/ 531191 h 556591"/>
                <a:gd name="connsiteX0" fmla="*/ 0 w 432748"/>
                <a:gd name="connsiteY0" fmla="*/ 531191 h 531191"/>
                <a:gd name="connsiteX1" fmla="*/ 159224 w 432748"/>
                <a:gd name="connsiteY1" fmla="*/ 0 h 531191"/>
                <a:gd name="connsiteX2" fmla="*/ 432748 w 432748"/>
                <a:gd name="connsiteY2" fmla="*/ 518491 h 531191"/>
                <a:gd name="connsiteX3" fmla="*/ 0 w 432748"/>
                <a:gd name="connsiteY3" fmla="*/ 531191 h 531191"/>
                <a:gd name="connsiteX0" fmla="*/ 9295 w 442043"/>
                <a:gd name="connsiteY0" fmla="*/ 531191 h 531191"/>
                <a:gd name="connsiteX1" fmla="*/ 168519 w 442043"/>
                <a:gd name="connsiteY1" fmla="*/ 0 h 531191"/>
                <a:gd name="connsiteX2" fmla="*/ 442043 w 442043"/>
                <a:gd name="connsiteY2" fmla="*/ 518491 h 531191"/>
                <a:gd name="connsiteX3" fmla="*/ 9295 w 442043"/>
                <a:gd name="connsiteY3" fmla="*/ 531191 h 531191"/>
                <a:gd name="connsiteX0" fmla="*/ 6079 w 540427"/>
                <a:gd name="connsiteY0" fmla="*/ 474041 h 518491"/>
                <a:gd name="connsiteX1" fmla="*/ 266903 w 540427"/>
                <a:gd name="connsiteY1" fmla="*/ 0 h 518491"/>
                <a:gd name="connsiteX2" fmla="*/ 540427 w 540427"/>
                <a:gd name="connsiteY2" fmla="*/ 518491 h 518491"/>
                <a:gd name="connsiteX3" fmla="*/ 6079 w 540427"/>
                <a:gd name="connsiteY3" fmla="*/ 474041 h 518491"/>
                <a:gd name="connsiteX0" fmla="*/ 5950 w 546648"/>
                <a:gd name="connsiteY0" fmla="*/ 512141 h 518491"/>
                <a:gd name="connsiteX1" fmla="*/ 273124 w 546648"/>
                <a:gd name="connsiteY1" fmla="*/ 0 h 518491"/>
                <a:gd name="connsiteX2" fmla="*/ 546648 w 546648"/>
                <a:gd name="connsiteY2" fmla="*/ 518491 h 518491"/>
                <a:gd name="connsiteX3" fmla="*/ 5950 w 546648"/>
                <a:gd name="connsiteY3" fmla="*/ 512141 h 518491"/>
                <a:gd name="connsiteX0" fmla="*/ 5950 w 546648"/>
                <a:gd name="connsiteY0" fmla="*/ 512141 h 518491"/>
                <a:gd name="connsiteX1" fmla="*/ 273124 w 546648"/>
                <a:gd name="connsiteY1" fmla="*/ 0 h 518491"/>
                <a:gd name="connsiteX2" fmla="*/ 546648 w 546648"/>
                <a:gd name="connsiteY2" fmla="*/ 518491 h 518491"/>
                <a:gd name="connsiteX3" fmla="*/ 5950 w 546648"/>
                <a:gd name="connsiteY3" fmla="*/ 512141 h 518491"/>
                <a:gd name="connsiteX0" fmla="*/ 4824 w 545522"/>
                <a:gd name="connsiteY0" fmla="*/ 512141 h 518491"/>
                <a:gd name="connsiteX1" fmla="*/ 271998 w 545522"/>
                <a:gd name="connsiteY1" fmla="*/ 0 h 518491"/>
                <a:gd name="connsiteX2" fmla="*/ 545522 w 545522"/>
                <a:gd name="connsiteY2" fmla="*/ 518491 h 518491"/>
                <a:gd name="connsiteX3" fmla="*/ 4824 w 545522"/>
                <a:gd name="connsiteY3" fmla="*/ 512141 h 518491"/>
                <a:gd name="connsiteX0" fmla="*/ 4824 w 545522"/>
                <a:gd name="connsiteY0" fmla="*/ 512141 h 518491"/>
                <a:gd name="connsiteX1" fmla="*/ 271998 w 545522"/>
                <a:gd name="connsiteY1" fmla="*/ 0 h 518491"/>
                <a:gd name="connsiteX2" fmla="*/ 545522 w 545522"/>
                <a:gd name="connsiteY2" fmla="*/ 518491 h 518491"/>
                <a:gd name="connsiteX3" fmla="*/ 4824 w 545522"/>
                <a:gd name="connsiteY3" fmla="*/ 512141 h 518491"/>
                <a:gd name="connsiteX0" fmla="*/ 4824 w 545522"/>
                <a:gd name="connsiteY0" fmla="*/ 512141 h 518491"/>
                <a:gd name="connsiteX1" fmla="*/ 271998 w 545522"/>
                <a:gd name="connsiteY1" fmla="*/ 0 h 518491"/>
                <a:gd name="connsiteX2" fmla="*/ 545522 w 545522"/>
                <a:gd name="connsiteY2" fmla="*/ 518491 h 518491"/>
                <a:gd name="connsiteX3" fmla="*/ 4824 w 545522"/>
                <a:gd name="connsiteY3" fmla="*/ 512141 h 518491"/>
                <a:gd name="connsiteX0" fmla="*/ 4824 w 545522"/>
                <a:gd name="connsiteY0" fmla="*/ 512141 h 518491"/>
                <a:gd name="connsiteX1" fmla="*/ 271998 w 545522"/>
                <a:gd name="connsiteY1" fmla="*/ 0 h 518491"/>
                <a:gd name="connsiteX2" fmla="*/ 545522 w 545522"/>
                <a:gd name="connsiteY2" fmla="*/ 518491 h 518491"/>
                <a:gd name="connsiteX3" fmla="*/ 4824 w 545522"/>
                <a:gd name="connsiteY3" fmla="*/ 512141 h 518491"/>
                <a:gd name="connsiteX0" fmla="*/ 4824 w 545522"/>
                <a:gd name="connsiteY0" fmla="*/ 512141 h 518491"/>
                <a:gd name="connsiteX1" fmla="*/ 271998 w 545522"/>
                <a:gd name="connsiteY1" fmla="*/ 0 h 518491"/>
                <a:gd name="connsiteX2" fmla="*/ 545522 w 545522"/>
                <a:gd name="connsiteY2" fmla="*/ 518491 h 518491"/>
                <a:gd name="connsiteX3" fmla="*/ 4824 w 545522"/>
                <a:gd name="connsiteY3" fmla="*/ 512141 h 518491"/>
                <a:gd name="connsiteX0" fmla="*/ 557 w 541255"/>
                <a:gd name="connsiteY0" fmla="*/ 512141 h 518491"/>
                <a:gd name="connsiteX1" fmla="*/ 267731 w 541255"/>
                <a:gd name="connsiteY1" fmla="*/ 0 h 518491"/>
                <a:gd name="connsiteX2" fmla="*/ 541255 w 541255"/>
                <a:gd name="connsiteY2" fmla="*/ 518491 h 518491"/>
                <a:gd name="connsiteX3" fmla="*/ 557 w 541255"/>
                <a:gd name="connsiteY3" fmla="*/ 512141 h 518491"/>
                <a:gd name="connsiteX0" fmla="*/ 594 w 522242"/>
                <a:gd name="connsiteY0" fmla="*/ 516904 h 518491"/>
                <a:gd name="connsiteX1" fmla="*/ 248718 w 522242"/>
                <a:gd name="connsiteY1" fmla="*/ 0 h 518491"/>
                <a:gd name="connsiteX2" fmla="*/ 522242 w 522242"/>
                <a:gd name="connsiteY2" fmla="*/ 518491 h 518491"/>
                <a:gd name="connsiteX3" fmla="*/ 594 w 522242"/>
                <a:gd name="connsiteY3" fmla="*/ 516904 h 518491"/>
                <a:gd name="connsiteX0" fmla="*/ 1489 w 523137"/>
                <a:gd name="connsiteY0" fmla="*/ 516904 h 518491"/>
                <a:gd name="connsiteX1" fmla="*/ 249613 w 523137"/>
                <a:gd name="connsiteY1" fmla="*/ 0 h 518491"/>
                <a:gd name="connsiteX2" fmla="*/ 523137 w 523137"/>
                <a:gd name="connsiteY2" fmla="*/ 518491 h 518491"/>
                <a:gd name="connsiteX3" fmla="*/ 1489 w 523137"/>
                <a:gd name="connsiteY3" fmla="*/ 516904 h 518491"/>
                <a:gd name="connsiteX0" fmla="*/ 1489 w 523137"/>
                <a:gd name="connsiteY0" fmla="*/ 516904 h 551829"/>
                <a:gd name="connsiteX1" fmla="*/ 249613 w 523137"/>
                <a:gd name="connsiteY1" fmla="*/ 0 h 551829"/>
                <a:gd name="connsiteX2" fmla="*/ 523137 w 523137"/>
                <a:gd name="connsiteY2" fmla="*/ 551829 h 551829"/>
                <a:gd name="connsiteX3" fmla="*/ 1489 w 523137"/>
                <a:gd name="connsiteY3" fmla="*/ 516904 h 551829"/>
                <a:gd name="connsiteX0" fmla="*/ 1489 w 526537"/>
                <a:gd name="connsiteY0" fmla="*/ 516904 h 551829"/>
                <a:gd name="connsiteX1" fmla="*/ 249613 w 526537"/>
                <a:gd name="connsiteY1" fmla="*/ 0 h 551829"/>
                <a:gd name="connsiteX2" fmla="*/ 523137 w 526537"/>
                <a:gd name="connsiteY2" fmla="*/ 551829 h 551829"/>
                <a:gd name="connsiteX3" fmla="*/ 1489 w 526537"/>
                <a:gd name="connsiteY3" fmla="*/ 516904 h 551829"/>
                <a:gd name="connsiteX0" fmla="*/ 1444 w 536017"/>
                <a:gd name="connsiteY0" fmla="*/ 550241 h 551829"/>
                <a:gd name="connsiteX1" fmla="*/ 259093 w 536017"/>
                <a:gd name="connsiteY1" fmla="*/ 0 h 551829"/>
                <a:gd name="connsiteX2" fmla="*/ 532617 w 536017"/>
                <a:gd name="connsiteY2" fmla="*/ 551829 h 551829"/>
                <a:gd name="connsiteX3" fmla="*/ 1444 w 536017"/>
                <a:gd name="connsiteY3" fmla="*/ 550241 h 551829"/>
                <a:gd name="connsiteX0" fmla="*/ 4119 w 538692"/>
                <a:gd name="connsiteY0" fmla="*/ 550241 h 551829"/>
                <a:gd name="connsiteX1" fmla="*/ 261768 w 538692"/>
                <a:gd name="connsiteY1" fmla="*/ 0 h 551829"/>
                <a:gd name="connsiteX2" fmla="*/ 535292 w 538692"/>
                <a:gd name="connsiteY2" fmla="*/ 551829 h 551829"/>
                <a:gd name="connsiteX3" fmla="*/ 4119 w 538692"/>
                <a:gd name="connsiteY3" fmla="*/ 550241 h 551829"/>
                <a:gd name="connsiteX0" fmla="*/ 2642 w 537215"/>
                <a:gd name="connsiteY0" fmla="*/ 550241 h 551829"/>
                <a:gd name="connsiteX1" fmla="*/ 260291 w 537215"/>
                <a:gd name="connsiteY1" fmla="*/ 0 h 551829"/>
                <a:gd name="connsiteX2" fmla="*/ 533815 w 537215"/>
                <a:gd name="connsiteY2" fmla="*/ 551829 h 551829"/>
                <a:gd name="connsiteX3" fmla="*/ 2642 w 537215"/>
                <a:gd name="connsiteY3" fmla="*/ 550241 h 551829"/>
                <a:gd name="connsiteX0" fmla="*/ 2642 w 542060"/>
                <a:gd name="connsiteY0" fmla="*/ 550241 h 551829"/>
                <a:gd name="connsiteX1" fmla="*/ 260291 w 542060"/>
                <a:gd name="connsiteY1" fmla="*/ 0 h 551829"/>
                <a:gd name="connsiteX2" fmla="*/ 533815 w 542060"/>
                <a:gd name="connsiteY2" fmla="*/ 551829 h 551829"/>
                <a:gd name="connsiteX3" fmla="*/ 2642 w 542060"/>
                <a:gd name="connsiteY3" fmla="*/ 550241 h 551829"/>
                <a:gd name="connsiteX0" fmla="*/ 2642 w 560263"/>
                <a:gd name="connsiteY0" fmla="*/ 550241 h 551829"/>
                <a:gd name="connsiteX1" fmla="*/ 260291 w 560263"/>
                <a:gd name="connsiteY1" fmla="*/ 0 h 551829"/>
                <a:gd name="connsiteX2" fmla="*/ 533815 w 560263"/>
                <a:gd name="connsiteY2" fmla="*/ 551829 h 551829"/>
                <a:gd name="connsiteX3" fmla="*/ 2642 w 560263"/>
                <a:gd name="connsiteY3" fmla="*/ 550241 h 551829"/>
                <a:gd name="connsiteX0" fmla="*/ 23247 w 580869"/>
                <a:gd name="connsiteY0" fmla="*/ 550241 h 551829"/>
                <a:gd name="connsiteX1" fmla="*/ 280896 w 580869"/>
                <a:gd name="connsiteY1" fmla="*/ 0 h 551829"/>
                <a:gd name="connsiteX2" fmla="*/ 554420 w 580869"/>
                <a:gd name="connsiteY2" fmla="*/ 551829 h 551829"/>
                <a:gd name="connsiteX3" fmla="*/ 23247 w 580869"/>
                <a:gd name="connsiteY3" fmla="*/ 550241 h 55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0869" h="551829">
                  <a:moveTo>
                    <a:pt x="23247" y="550241"/>
                  </a:moveTo>
                  <a:cubicBezTo>
                    <a:pt x="-98626" y="300615"/>
                    <a:pt x="299258" y="215164"/>
                    <a:pt x="280896" y="0"/>
                  </a:cubicBezTo>
                  <a:cubicBezTo>
                    <a:pt x="332383" y="280780"/>
                    <a:pt x="677794" y="312852"/>
                    <a:pt x="554420" y="551829"/>
                  </a:cubicBezTo>
                  <a:lnTo>
                    <a:pt x="23247" y="55024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7142"/>
              <a:endParaRPr lang="en-IN" sz="3600" dirty="0">
                <a:solidFill>
                  <a:prstClr val="white"/>
                </a:solidFill>
              </a:endParaRPr>
            </a:p>
          </p:txBody>
        </p:sp>
        <p:pic>
          <p:nvPicPr>
            <p:cNvPr id="13" name="Picture 7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1" t="12309" r="24607" b="48462"/>
            <a:stretch/>
          </p:blipFill>
          <p:spPr bwMode="auto">
            <a:xfrm>
              <a:off x="1060701" y="843557"/>
              <a:ext cx="954896" cy="661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4" name="Orange New.pn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74025" y="3604622"/>
            <a:ext cx="2487330" cy="2611100"/>
          </a:xfrm>
          <a:prstGeom prst="rect">
            <a:avLst/>
          </a:prstGeom>
          <a:noFill/>
          <a:ln w="12700">
            <a:noFill/>
            <a:miter lim="400000"/>
          </a:ln>
        </p:spPr>
      </p:pic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91F15F2-99E1-4F7F-9AF7-7BB2AA651366}"/>
              </a:ext>
            </a:extLst>
          </p:cNvPr>
          <p:cNvSpPr/>
          <p:nvPr/>
        </p:nvSpPr>
        <p:spPr>
          <a:xfrm>
            <a:off x="3694908" y="9410700"/>
            <a:ext cx="105544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lgerian" panose="04020705040A02060702" pitchFamily="82" charset="0"/>
              </a:rPr>
              <a:t>TOGETHER WE CAN DO THE IMPOSSIBLE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24200" y="7048500"/>
            <a:ext cx="123947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Welcome to Monthly Business Updates</a:t>
            </a:r>
            <a:endParaRPr lang="en-IN" sz="4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C455B2A-3D1B-4F98-ACA5-C72C064015F6}"/>
              </a:ext>
            </a:extLst>
          </p:cNvPr>
          <p:cNvGrpSpPr/>
          <p:nvPr/>
        </p:nvGrpSpPr>
        <p:grpSpPr>
          <a:xfrm>
            <a:off x="1828800" y="2933700"/>
            <a:ext cx="6934200" cy="1590350"/>
            <a:chOff x="6665542" y="2764991"/>
            <a:chExt cx="4777152" cy="106023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5CF5BDA4-10C7-46A6-AC30-523A3FC438AC}"/>
                </a:ext>
              </a:extLst>
            </p:cNvPr>
            <p:cNvSpPr txBox="1"/>
            <p:nvPr/>
          </p:nvSpPr>
          <p:spPr>
            <a:xfrm>
              <a:off x="6665542" y="2764991"/>
              <a:ext cx="4777152" cy="8002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200" b="1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DIGITALIZATION</a:t>
              </a:r>
              <a:endParaRPr lang="ko-KR" altLang="en-US" sz="72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C062103B-F514-4BE9-B5B2-C13878D2FE7C}"/>
                </a:ext>
              </a:extLst>
            </p:cNvPr>
            <p:cNvSpPr txBox="1"/>
            <p:nvPr/>
          </p:nvSpPr>
          <p:spPr>
            <a:xfrm>
              <a:off x="8974499" y="3455892"/>
              <a:ext cx="197057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3000" dirty="0" smtClean="0">
                  <a:solidFill>
                    <a:schemeClr val="bg1"/>
                  </a:solidFill>
                  <a:cs typeface="Arial" pitchFamily="34" charset="0"/>
                </a:rPr>
                <a:t>- Chandra Sekhar</a:t>
              </a:r>
              <a:endParaRPr lang="ko-KR" altLang="en-US" sz="3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79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5A4BDA0-C270-4764-9C18-A593BCE2C965}"/>
              </a:ext>
            </a:extLst>
          </p:cNvPr>
          <p:cNvSpPr txBox="1"/>
          <p:nvPr/>
        </p:nvSpPr>
        <p:spPr>
          <a:xfrm>
            <a:off x="933414" y="8036315"/>
            <a:ext cx="802799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cs typeface="Arial" pitchFamily="34" charset="0"/>
              </a:rPr>
              <a:t>Digital Transformation</a:t>
            </a:r>
            <a:endParaRPr lang="ko-KR" altLang="en-US" sz="66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E74C4879-1AA9-4FE0-B6CE-B9280EB77F98}"/>
              </a:ext>
            </a:extLst>
          </p:cNvPr>
          <p:cNvGrpSpPr/>
          <p:nvPr/>
        </p:nvGrpSpPr>
        <p:grpSpPr>
          <a:xfrm>
            <a:off x="9220200" y="575403"/>
            <a:ext cx="8393322" cy="7268784"/>
            <a:chOff x="6320552" y="928197"/>
            <a:chExt cx="5595548" cy="484585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F226F486-7E1C-41ED-9E92-64714DBB3744}"/>
                </a:ext>
              </a:extLst>
            </p:cNvPr>
            <p:cNvGrpSpPr/>
            <p:nvPr/>
          </p:nvGrpSpPr>
          <p:grpSpPr>
            <a:xfrm>
              <a:off x="6320552" y="928197"/>
              <a:ext cx="5524503" cy="682858"/>
              <a:chOff x="4753009" y="928197"/>
              <a:chExt cx="5524503" cy="682858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EE00E0E-06A3-4212-A13C-C17B72780E1F}"/>
                  </a:ext>
                </a:extLst>
              </p:cNvPr>
              <p:cNvSpPr txBox="1"/>
              <p:nvPr/>
            </p:nvSpPr>
            <p:spPr>
              <a:xfrm>
                <a:off x="5848724" y="1084960"/>
                <a:ext cx="4428788" cy="338554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r>
                  <a:rPr lang="en-US" altLang="ko-KR" sz="2700" b="1" dirty="0" smtClean="0">
                    <a:solidFill>
                      <a:schemeClr val="bg1"/>
                    </a:solidFill>
                    <a:cs typeface="Arial" pitchFamily="34" charset="0"/>
                  </a:rPr>
                  <a:t>Total Productive Maintenance - TPM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6D74CA4F-1D21-4C3D-9D75-A7A89801128B}"/>
                  </a:ext>
                </a:extLst>
              </p:cNvPr>
              <p:cNvSpPr txBox="1"/>
              <p:nvPr/>
            </p:nvSpPr>
            <p:spPr>
              <a:xfrm>
                <a:off x="4753009" y="1008016"/>
                <a:ext cx="958096" cy="492442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pPr algn="ctr"/>
                <a:r>
                  <a:rPr lang="en-US" altLang="ko-KR" sz="42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4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xmlns="" id="{DB159634-0B7A-42A0-9B07-27AE8DCCB97B}"/>
                  </a:ext>
                </a:extLst>
              </p:cNvPr>
              <p:cNvSpPr/>
              <p:nvPr/>
            </p:nvSpPr>
            <p:spPr>
              <a:xfrm>
                <a:off x="4890628" y="928197"/>
                <a:ext cx="682858" cy="682858"/>
              </a:xfrm>
              <a:prstGeom prst="ellipse">
                <a:avLst/>
              </a:prstGeom>
              <a:noFill/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806E5DDB-DF87-49CD-975B-E53B04DCF1FF}"/>
                </a:ext>
              </a:extLst>
            </p:cNvPr>
            <p:cNvGrpSpPr/>
            <p:nvPr/>
          </p:nvGrpSpPr>
          <p:grpSpPr>
            <a:xfrm>
              <a:off x="6320552" y="1964659"/>
              <a:ext cx="5595548" cy="682858"/>
              <a:chOff x="5276743" y="1964659"/>
              <a:chExt cx="5595548" cy="68285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503943F7-9F4B-4929-8D3C-98A4BF8DFA1E}"/>
                  </a:ext>
                </a:extLst>
              </p:cNvPr>
              <p:cNvSpPr txBox="1"/>
              <p:nvPr/>
            </p:nvSpPr>
            <p:spPr>
              <a:xfrm>
                <a:off x="6443503" y="2136810"/>
                <a:ext cx="4428788" cy="338554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r>
                  <a:rPr lang="en-US" altLang="ko-KR" sz="2700" b="1" dirty="0" smtClean="0">
                    <a:solidFill>
                      <a:schemeClr val="bg1"/>
                    </a:solidFill>
                    <a:cs typeface="Arial" pitchFamily="34" charset="0"/>
                  </a:rPr>
                  <a:t>Tier Audits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A31C6C7-20EB-404B-AA55-396057E9B43C}"/>
                  </a:ext>
                </a:extLst>
              </p:cNvPr>
              <p:cNvSpPr txBox="1"/>
              <p:nvPr/>
            </p:nvSpPr>
            <p:spPr>
              <a:xfrm>
                <a:off x="5276743" y="2044478"/>
                <a:ext cx="958096" cy="492442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pPr algn="ctr"/>
                <a:r>
                  <a:rPr lang="en-US" altLang="ko-KR" sz="42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4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4A8AA703-4430-42E1-834E-23139120913E}"/>
                  </a:ext>
                </a:extLst>
              </p:cNvPr>
              <p:cNvSpPr/>
              <p:nvPr/>
            </p:nvSpPr>
            <p:spPr>
              <a:xfrm>
                <a:off x="5414362" y="1964659"/>
                <a:ext cx="682858" cy="682858"/>
              </a:xfrm>
              <a:prstGeom prst="ellipse">
                <a:avLst/>
              </a:pr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6721B65D-BB51-4713-9E03-F8DD019C5B8C}"/>
                </a:ext>
              </a:extLst>
            </p:cNvPr>
            <p:cNvGrpSpPr/>
            <p:nvPr/>
          </p:nvGrpSpPr>
          <p:grpSpPr>
            <a:xfrm>
              <a:off x="6320552" y="3061797"/>
              <a:ext cx="5595548" cy="682858"/>
              <a:chOff x="5800477" y="3061797"/>
              <a:chExt cx="5595548" cy="68285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C71F952C-6E18-48B5-95E7-F9F4B37D78C4}"/>
                  </a:ext>
                </a:extLst>
              </p:cNvPr>
              <p:cNvSpPr txBox="1"/>
              <p:nvPr/>
            </p:nvSpPr>
            <p:spPr>
              <a:xfrm>
                <a:off x="6967237" y="3218560"/>
                <a:ext cx="4428788" cy="338554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r>
                  <a:rPr lang="en-US" altLang="ko-KR" sz="2700" b="1" dirty="0" smtClean="0">
                    <a:solidFill>
                      <a:schemeClr val="bg1"/>
                    </a:solidFill>
                    <a:cs typeface="Arial" pitchFamily="34" charset="0"/>
                  </a:rPr>
                  <a:t>Quick Change Over - QCO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CE13F03B-7B02-4AEF-A4B5-637569E5F545}"/>
                  </a:ext>
                </a:extLst>
              </p:cNvPr>
              <p:cNvSpPr txBox="1"/>
              <p:nvPr/>
            </p:nvSpPr>
            <p:spPr>
              <a:xfrm>
                <a:off x="5800477" y="3141616"/>
                <a:ext cx="958096" cy="492442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pPr algn="ctr"/>
                <a:r>
                  <a:rPr lang="en-US" altLang="ko-KR" sz="42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4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F5E0ABB0-5C25-4816-A184-1B4F3CDF71EE}"/>
                  </a:ext>
                </a:extLst>
              </p:cNvPr>
              <p:cNvSpPr/>
              <p:nvPr/>
            </p:nvSpPr>
            <p:spPr>
              <a:xfrm>
                <a:off x="5938096" y="3061797"/>
                <a:ext cx="682858" cy="682858"/>
              </a:xfrm>
              <a:prstGeom prst="ellipse">
                <a:avLst/>
              </a:pr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xmlns="" id="{424586B7-05FF-46BB-94DA-E8F4B381D14A}"/>
                </a:ext>
              </a:extLst>
            </p:cNvPr>
            <p:cNvGrpSpPr/>
            <p:nvPr/>
          </p:nvGrpSpPr>
          <p:grpSpPr>
            <a:xfrm>
              <a:off x="6320552" y="5091195"/>
              <a:ext cx="5595548" cy="682858"/>
              <a:chOff x="6324210" y="5091195"/>
              <a:chExt cx="5595548" cy="68285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D4F3E69E-42B4-45E2-9B40-0A450ADC7551}"/>
                  </a:ext>
                </a:extLst>
              </p:cNvPr>
              <p:cNvSpPr txBox="1"/>
              <p:nvPr/>
            </p:nvSpPr>
            <p:spPr>
              <a:xfrm>
                <a:off x="7490970" y="5247958"/>
                <a:ext cx="4428788" cy="338554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r>
                  <a:rPr lang="en-US" altLang="ko-KR" sz="2700" b="1" dirty="0" smtClean="0">
                    <a:solidFill>
                      <a:schemeClr val="bg1"/>
                    </a:solidFill>
                    <a:cs typeface="Arial" pitchFamily="34" charset="0"/>
                  </a:rPr>
                  <a:t>Robotic Process Automation - RPA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0B410550-3228-4A75-8129-48EBCFF18623}"/>
                  </a:ext>
                </a:extLst>
              </p:cNvPr>
              <p:cNvSpPr txBox="1"/>
              <p:nvPr/>
            </p:nvSpPr>
            <p:spPr>
              <a:xfrm>
                <a:off x="6324210" y="5171014"/>
                <a:ext cx="958096" cy="492442"/>
              </a:xfrm>
              <a:prstGeom prst="rect">
                <a:avLst/>
              </a:prstGeom>
              <a:noFill/>
            </p:spPr>
            <p:txBody>
              <a:bodyPr wrap="square" lIns="162000" rIns="162000" rtlCol="0">
                <a:spAutoFit/>
              </a:bodyPr>
              <a:lstStyle/>
              <a:p>
                <a:pPr algn="ctr"/>
                <a:r>
                  <a:rPr lang="en-US" altLang="ko-KR" sz="4200" b="1" dirty="0" smtClean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4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xmlns="" id="{04D29BE0-C5CC-4BD7-9504-9B2E2095C21C}"/>
                  </a:ext>
                </a:extLst>
              </p:cNvPr>
              <p:cNvSpPr/>
              <p:nvPr/>
            </p:nvSpPr>
            <p:spPr>
              <a:xfrm>
                <a:off x="6461829" y="5091195"/>
                <a:ext cx="682858" cy="682858"/>
              </a:xfrm>
              <a:prstGeom prst="ellipse">
                <a:avLst/>
              </a:prstGeom>
              <a:noFill/>
              <a:ln w="38100" cap="flat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D4F3E69E-42B4-45E2-9B40-0A450ADC7551}"/>
              </a:ext>
            </a:extLst>
          </p:cNvPr>
          <p:cNvSpPr txBox="1"/>
          <p:nvPr/>
        </p:nvSpPr>
        <p:spPr>
          <a:xfrm>
            <a:off x="10970340" y="5573557"/>
            <a:ext cx="6643182" cy="507831"/>
          </a:xfrm>
          <a:prstGeom prst="rect">
            <a:avLst/>
          </a:prstGeom>
          <a:noFill/>
        </p:spPr>
        <p:txBody>
          <a:bodyPr wrap="square" lIns="162000" rIns="162000" rtlCol="0">
            <a:spAutoFit/>
          </a:bodyPr>
          <a:lstStyle/>
          <a:p>
            <a:r>
              <a:rPr lang="en-US" altLang="ko-KR" sz="2700" b="1" dirty="0" smtClean="0">
                <a:solidFill>
                  <a:schemeClr val="bg1"/>
                </a:solidFill>
                <a:cs typeface="Arial" pitchFamily="34" charset="0"/>
              </a:rPr>
              <a:t>Ready To Load - RTL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B410550-3228-4A75-8129-48EBCFF18623}"/>
              </a:ext>
            </a:extLst>
          </p:cNvPr>
          <p:cNvSpPr txBox="1"/>
          <p:nvPr/>
        </p:nvSpPr>
        <p:spPr>
          <a:xfrm>
            <a:off x="9220200" y="5458142"/>
            <a:ext cx="1437144" cy="738663"/>
          </a:xfrm>
          <a:prstGeom prst="rect">
            <a:avLst/>
          </a:prstGeom>
          <a:noFill/>
        </p:spPr>
        <p:txBody>
          <a:bodyPr wrap="square" lIns="162000" rIns="162000" rtlCol="0">
            <a:spAutoFit/>
          </a:bodyPr>
          <a:lstStyle/>
          <a:p>
            <a:pPr algn="ctr"/>
            <a:r>
              <a:rPr lang="en-US" altLang="ko-KR" sz="42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4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04D29BE0-C5CC-4BD7-9504-9B2E2095C21C}"/>
              </a:ext>
            </a:extLst>
          </p:cNvPr>
          <p:cNvSpPr/>
          <p:nvPr/>
        </p:nvSpPr>
        <p:spPr>
          <a:xfrm>
            <a:off x="9426629" y="5338413"/>
            <a:ext cx="1024287" cy="1024287"/>
          </a:xfrm>
          <a:prstGeom prst="ellipse">
            <a:avLst/>
          </a:prstGeom>
          <a:noFill/>
          <a:ln w="3810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1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44">
            <a:extLst>
              <a:ext uri="{FF2B5EF4-FFF2-40B4-BE49-F238E27FC236}">
                <a16:creationId xmlns:a16="http://schemas.microsoft.com/office/drawing/2014/main" xmlns="" id="{84AF6A55-3CAA-F2BA-B116-98FAF8BDA331}"/>
              </a:ext>
            </a:extLst>
          </p:cNvPr>
          <p:cNvGrpSpPr/>
          <p:nvPr/>
        </p:nvGrpSpPr>
        <p:grpSpPr>
          <a:xfrm>
            <a:off x="1" y="-6321"/>
            <a:ext cx="18287999" cy="768729"/>
            <a:chOff x="-19103" y="120317"/>
            <a:chExt cx="8335526" cy="384364"/>
          </a:xfrm>
        </p:grpSpPr>
        <p:sp>
          <p:nvSpPr>
            <p:cNvPr id="4" name="矩形 17">
              <a:extLst>
                <a:ext uri="{FF2B5EF4-FFF2-40B4-BE49-F238E27FC236}">
                  <a16:creationId xmlns:a16="http://schemas.microsoft.com/office/drawing/2014/main" xmlns="" id="{23051738-24F7-83CF-FE1E-695064F0103E}"/>
                </a:ext>
              </a:extLst>
            </p:cNvPr>
            <p:cNvSpPr/>
            <p:nvPr/>
          </p:nvSpPr>
          <p:spPr>
            <a:xfrm>
              <a:off x="1630646" y="123478"/>
              <a:ext cx="6685777" cy="381203"/>
            </a:xfrm>
            <a:custGeom>
              <a:avLst/>
              <a:gdLst>
                <a:gd name="connsiteX0" fmla="*/ 0 w 9742140"/>
                <a:gd name="connsiteY0" fmla="*/ 0 h 504056"/>
                <a:gd name="connsiteX1" fmla="*/ 9742140 w 9742140"/>
                <a:gd name="connsiteY1" fmla="*/ 0 h 504056"/>
                <a:gd name="connsiteX2" fmla="*/ 9742140 w 9742140"/>
                <a:gd name="connsiteY2" fmla="*/ 504056 h 504056"/>
                <a:gd name="connsiteX3" fmla="*/ 0 w 9742140"/>
                <a:gd name="connsiteY3" fmla="*/ 504056 h 504056"/>
                <a:gd name="connsiteX4" fmla="*/ 0 w 9742140"/>
                <a:gd name="connsiteY4" fmla="*/ 0 h 504056"/>
                <a:gd name="connsiteX0-1" fmla="*/ 248615 w 9990755"/>
                <a:gd name="connsiteY0-2" fmla="*/ 0 h 504056"/>
                <a:gd name="connsiteX1-3" fmla="*/ 9990755 w 9990755"/>
                <a:gd name="connsiteY1-4" fmla="*/ 0 h 504056"/>
                <a:gd name="connsiteX2-5" fmla="*/ 9990755 w 9990755"/>
                <a:gd name="connsiteY2-6" fmla="*/ 504056 h 504056"/>
                <a:gd name="connsiteX3-7" fmla="*/ 0 w 9990755"/>
                <a:gd name="connsiteY3-8" fmla="*/ 504056 h 504056"/>
                <a:gd name="connsiteX4-9" fmla="*/ 248615 w 9990755"/>
                <a:gd name="connsiteY4-10" fmla="*/ 0 h 504056"/>
                <a:gd name="connsiteX0-11" fmla="*/ 278112 w 9990755"/>
                <a:gd name="connsiteY0-12" fmla="*/ 0 h 504056"/>
                <a:gd name="connsiteX1-13" fmla="*/ 9990755 w 9990755"/>
                <a:gd name="connsiteY1-14" fmla="*/ 0 h 504056"/>
                <a:gd name="connsiteX2-15" fmla="*/ 9990755 w 9990755"/>
                <a:gd name="connsiteY2-16" fmla="*/ 504056 h 504056"/>
                <a:gd name="connsiteX3-17" fmla="*/ 0 w 9990755"/>
                <a:gd name="connsiteY3-18" fmla="*/ 504056 h 504056"/>
                <a:gd name="connsiteX4-19" fmla="*/ 278112 w 9990755"/>
                <a:gd name="connsiteY4-20" fmla="*/ 0 h 504056"/>
                <a:gd name="connsiteX0-21" fmla="*/ 294967 w 9990755"/>
                <a:gd name="connsiteY0-22" fmla="*/ 0 h 508270"/>
                <a:gd name="connsiteX1-23" fmla="*/ 9990755 w 9990755"/>
                <a:gd name="connsiteY1-24" fmla="*/ 4214 h 508270"/>
                <a:gd name="connsiteX2-25" fmla="*/ 9990755 w 9990755"/>
                <a:gd name="connsiteY2-26" fmla="*/ 508270 h 508270"/>
                <a:gd name="connsiteX3-27" fmla="*/ 0 w 9990755"/>
                <a:gd name="connsiteY3-28" fmla="*/ 508270 h 508270"/>
                <a:gd name="connsiteX4-29" fmla="*/ 294967 w 9990755"/>
                <a:gd name="connsiteY4-30" fmla="*/ 0 h 508270"/>
                <a:gd name="connsiteX0-31" fmla="*/ 294967 w 10013135"/>
                <a:gd name="connsiteY0-32" fmla="*/ 0 h 508270"/>
                <a:gd name="connsiteX1-33" fmla="*/ 10013135 w 10013135"/>
                <a:gd name="connsiteY1-34" fmla="*/ 1017 h 508270"/>
                <a:gd name="connsiteX2-35" fmla="*/ 9990755 w 10013135"/>
                <a:gd name="connsiteY2-36" fmla="*/ 508270 h 508270"/>
                <a:gd name="connsiteX3-37" fmla="*/ 0 w 10013135"/>
                <a:gd name="connsiteY3-38" fmla="*/ 508270 h 508270"/>
                <a:gd name="connsiteX4-39" fmla="*/ 294967 w 10013135"/>
                <a:gd name="connsiteY4-40" fmla="*/ 0 h 508270"/>
                <a:gd name="connsiteX0-41" fmla="*/ 294967 w 10019529"/>
                <a:gd name="connsiteY0-42" fmla="*/ 0 h 508270"/>
                <a:gd name="connsiteX1-43" fmla="*/ 10013135 w 10019529"/>
                <a:gd name="connsiteY1-44" fmla="*/ 1017 h 508270"/>
                <a:gd name="connsiteX2-45" fmla="*/ 10019529 w 10019529"/>
                <a:gd name="connsiteY2-46" fmla="*/ 508270 h 508270"/>
                <a:gd name="connsiteX3-47" fmla="*/ 0 w 10019529"/>
                <a:gd name="connsiteY3-48" fmla="*/ 508270 h 508270"/>
                <a:gd name="connsiteX4-49" fmla="*/ 294967 w 10019529"/>
                <a:gd name="connsiteY4-50" fmla="*/ 0 h 508270"/>
                <a:gd name="connsiteX0-51" fmla="*/ 294967 w 10019529"/>
                <a:gd name="connsiteY0-52" fmla="*/ 0 h 508270"/>
                <a:gd name="connsiteX1-53" fmla="*/ 10016332 w 10019529"/>
                <a:gd name="connsiteY1-54" fmla="*/ 1017 h 508270"/>
                <a:gd name="connsiteX2-55" fmla="*/ 10019529 w 10019529"/>
                <a:gd name="connsiteY2-56" fmla="*/ 508270 h 508270"/>
                <a:gd name="connsiteX3-57" fmla="*/ 0 w 10019529"/>
                <a:gd name="connsiteY3-58" fmla="*/ 508270 h 508270"/>
                <a:gd name="connsiteX4-59" fmla="*/ 294967 w 10019529"/>
                <a:gd name="connsiteY4-60" fmla="*/ 0 h 5082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19529" h="508270">
                  <a:moveTo>
                    <a:pt x="294967" y="0"/>
                  </a:moveTo>
                  <a:lnTo>
                    <a:pt x="10016332" y="1017"/>
                  </a:lnTo>
                  <a:cubicBezTo>
                    <a:pt x="10018463" y="170101"/>
                    <a:pt x="10017398" y="339186"/>
                    <a:pt x="10019529" y="508270"/>
                  </a:cubicBezTo>
                  <a:lnTo>
                    <a:pt x="0" y="508270"/>
                  </a:lnTo>
                  <a:lnTo>
                    <a:pt x="294967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algn="ctr" defTabSz="1369154"/>
              <a:endParaRPr lang="zh-CN" altLang="en-US" sz="2801" dirty="0">
                <a:solidFill>
                  <a:prstClr val="white"/>
                </a:solidFill>
                <a:latin typeface="Calibri"/>
                <a:ea typeface="方正黑体简体" panose="02010601030101010101" pitchFamily="2" charset="-12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E7B7183F-5141-F3D5-00E7-A94119635F65}"/>
                </a:ext>
              </a:extLst>
            </p:cNvPr>
            <p:cNvSpPr txBox="1"/>
            <p:nvPr/>
          </p:nvSpPr>
          <p:spPr>
            <a:xfrm>
              <a:off x="2238435" y="120317"/>
              <a:ext cx="5198840" cy="338544"/>
            </a:xfrm>
            <a:prstGeom prst="rect">
              <a:avLst/>
            </a:prstGeom>
            <a:noFill/>
          </p:spPr>
          <p:txBody>
            <a:bodyPr wrap="square" lIns="182861" tIns="91430" rIns="182861" bIns="91430" rtlCol="0">
              <a:spAutoFit/>
            </a:bodyPr>
            <a:lstStyle/>
            <a:p>
              <a:pPr algn="ctr" defTabSz="1825587"/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Projects Overall Progress </a:t>
              </a:r>
              <a:r>
                <a:rPr lang="en-IN" altLang="zh-CN" sz="3200" b="1" dirty="0">
                  <a:solidFill>
                    <a:prstClr val="black"/>
                  </a:solidFill>
                  <a:latin typeface="Bahnschrift SemiBold SemiConden" pitchFamily="34" charset="0"/>
                </a:rPr>
                <a:t>R</a:t>
              </a:r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eview</a:t>
              </a:r>
              <a:endParaRPr lang="en-US" altLang="zh-CN" sz="3200" b="1" dirty="0">
                <a:solidFill>
                  <a:prstClr val="black"/>
                </a:solidFill>
                <a:latin typeface="Bahnschrift SemiBold SemiConden" pitchFamily="34" charset="0"/>
              </a:endParaRPr>
            </a:p>
          </p:txBody>
        </p:sp>
        <p:sp>
          <p:nvSpPr>
            <p:cNvPr id="6" name="矩形 1">
              <a:extLst>
                <a:ext uri="{FF2B5EF4-FFF2-40B4-BE49-F238E27FC236}">
                  <a16:creationId xmlns:a16="http://schemas.microsoft.com/office/drawing/2014/main" xmlns="" id="{A4D7E50C-030A-C31C-6F39-D4F341C08A0D}"/>
                </a:ext>
              </a:extLst>
            </p:cNvPr>
            <p:cNvSpPr/>
            <p:nvPr/>
          </p:nvSpPr>
          <p:spPr>
            <a:xfrm>
              <a:off x="-19103" y="123478"/>
              <a:ext cx="2502873" cy="378042"/>
            </a:xfrm>
            <a:custGeom>
              <a:avLst/>
              <a:gdLst>
                <a:gd name="connsiteX0" fmla="*/ 0 w 2422798"/>
                <a:gd name="connsiteY0" fmla="*/ 0 h 504056"/>
                <a:gd name="connsiteX1" fmla="*/ 2422798 w 2422798"/>
                <a:gd name="connsiteY1" fmla="*/ 0 h 504056"/>
                <a:gd name="connsiteX2" fmla="*/ 2422798 w 2422798"/>
                <a:gd name="connsiteY2" fmla="*/ 504056 h 504056"/>
                <a:gd name="connsiteX3" fmla="*/ 0 w 2422798"/>
                <a:gd name="connsiteY3" fmla="*/ 504056 h 504056"/>
                <a:gd name="connsiteX4" fmla="*/ 0 w 2422798"/>
                <a:gd name="connsiteY4" fmla="*/ 0 h 504056"/>
                <a:gd name="connsiteX0-1" fmla="*/ 0 w 2422798"/>
                <a:gd name="connsiteY0-2" fmla="*/ 0 h 504056"/>
                <a:gd name="connsiteX1-3" fmla="*/ 2422798 w 2422798"/>
                <a:gd name="connsiteY1-4" fmla="*/ 0 h 504056"/>
                <a:gd name="connsiteX2-5" fmla="*/ 2123617 w 2422798"/>
                <a:gd name="connsiteY2-6" fmla="*/ 499842 h 504056"/>
                <a:gd name="connsiteX3-7" fmla="*/ 0 w 2422798"/>
                <a:gd name="connsiteY3-8" fmla="*/ 504056 h 504056"/>
                <a:gd name="connsiteX4-9" fmla="*/ 0 w 2422798"/>
                <a:gd name="connsiteY4-10" fmla="*/ 0 h 504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22798" h="504056">
                  <a:moveTo>
                    <a:pt x="0" y="0"/>
                  </a:moveTo>
                  <a:lnTo>
                    <a:pt x="2422798" y="0"/>
                  </a:lnTo>
                  <a:lnTo>
                    <a:pt x="2123617" y="499842"/>
                  </a:lnTo>
                  <a:lnTo>
                    <a:pt x="0" y="504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defTabSz="1369154"/>
              <a:r>
                <a:rPr lang="en-US" altLang="zh-CN" sz="4800" b="1" dirty="0">
                  <a:solidFill>
                    <a:prstClr val="white"/>
                  </a:solidFill>
                  <a:latin typeface="Bahnschrift SemiBold SemiConden" pitchFamily="34" charset="0"/>
                </a:rPr>
                <a:t>Digitalized</a:t>
              </a:r>
              <a:endParaRPr lang="en-US" altLang="zh-CN" sz="4800" b="1" dirty="0">
                <a:solidFill>
                  <a:prstClr val="white"/>
                </a:solidFill>
                <a:latin typeface="Bahnschrift SemiBold SemiConden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40458"/>
              </p:ext>
            </p:extLst>
          </p:nvPr>
        </p:nvGraphicFramePr>
        <p:xfrm>
          <a:off x="228600" y="1104900"/>
          <a:ext cx="1783080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452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09800"/>
                <a:gridCol w="84582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757757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</a:rPr>
                        <a:t>Sno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>
                    <a:solidFill>
                      <a:srgbClr val="0147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800" u="none" strike="noStrike" dirty="0">
                          <a:effectLst/>
                        </a:rPr>
                        <a:t>Work Matters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>
                    <a:solidFill>
                      <a:srgbClr val="0147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800" u="none" strike="noStrike" dirty="0" smtClean="0">
                          <a:effectLst/>
                        </a:rPr>
                        <a:t>Go-Live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>
                    <a:solidFill>
                      <a:srgbClr val="0147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Progress</a:t>
                      </a:r>
                      <a:endParaRPr lang="zh-CN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>
                    <a:solidFill>
                      <a:srgbClr val="0147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</a:rPr>
                        <a:t>Current</a:t>
                      </a:r>
                      <a:r>
                        <a:rPr lang="en-US" altLang="zh-CN" sz="1800" b="1" i="0" u="none" strike="noStrike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</a:rPr>
                        <a:t> Situation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>
                    <a:solidFill>
                      <a:srgbClr val="01478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42443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altLang="zh-CN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Total Productive Maintenance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2023/09/30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80%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Preparation</a:t>
                      </a:r>
                      <a:r>
                        <a:rPr lang="en-US" altLang="zh-C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of master data to import into the system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20119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2</a:t>
                      </a:r>
                      <a:endParaRPr lang="en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Tier Audits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2023/10/31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Finalizing system</a:t>
                      </a:r>
                      <a:r>
                        <a:rPr lang="en-US" altLang="zh-C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enhance requirement and preparing blue print.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</a:tr>
              <a:tr h="757757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3</a:t>
                      </a:r>
                      <a:endParaRPr lang="en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Ready To Load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2023/10/30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20%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Finalized system</a:t>
                      </a:r>
                      <a:r>
                        <a:rPr lang="en-US" altLang="zh-C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requirement and preparing blue print for development.</a:t>
                      </a:r>
                      <a:endParaRPr lang="en-US" altLang="zh-CN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</a:tr>
              <a:tr h="832399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4</a:t>
                      </a:r>
                      <a:endParaRPr lang="en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Quick Change Over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2023/11/02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15%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Finalized system</a:t>
                      </a:r>
                      <a:r>
                        <a:rPr lang="en-US" altLang="zh-C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requirement and preparing blue print for development.</a:t>
                      </a:r>
                      <a:endParaRPr lang="en-US" altLang="zh-CN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</a:tr>
              <a:tr h="832399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5</a:t>
                      </a:r>
                      <a:endParaRPr lang="en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Robotic</a:t>
                      </a:r>
                      <a:r>
                        <a:rPr lang="en-US" altLang="zh-CN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Process Automation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2023/10/30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30%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Confirmed platform and in process of purchasing license to implement. 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972126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6</a:t>
                      </a:r>
                      <a:endParaRPr lang="en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Single</a:t>
                      </a:r>
                      <a:r>
                        <a:rPr lang="en-US" altLang="zh-CN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Page Data Visualization (BI Report)</a:t>
                      </a:r>
                    </a:p>
                    <a:p>
                      <a:pPr algn="l" fontAlgn="ctr"/>
                      <a:r>
                        <a:rPr lang="en-US" altLang="zh-CN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(Productivity, Availability, Quality, ME)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2023/09/20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90%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User training to take system to on-line.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pic>
        <p:nvPicPr>
          <p:cNvPr id="7" name="Orange New.png">
            <a:extLst>
              <a:ext uri="{FF2B5EF4-FFF2-40B4-BE49-F238E27FC236}">
                <a16:creationId xmlns:a16="http://schemas.microsoft.com/office/drawing/2014/main" xmlns="" id="{92FCC2B2-908F-4602-9B60-F14B76C1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298" y="-10302"/>
            <a:ext cx="717702" cy="7215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4860568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44">
            <a:extLst>
              <a:ext uri="{FF2B5EF4-FFF2-40B4-BE49-F238E27FC236}">
                <a16:creationId xmlns:a16="http://schemas.microsoft.com/office/drawing/2014/main" xmlns="" id="{84AF6A55-3CAA-F2BA-B116-98FAF8BDA331}"/>
              </a:ext>
            </a:extLst>
          </p:cNvPr>
          <p:cNvGrpSpPr/>
          <p:nvPr/>
        </p:nvGrpSpPr>
        <p:grpSpPr>
          <a:xfrm>
            <a:off x="1" y="1"/>
            <a:ext cx="18287999" cy="762407"/>
            <a:chOff x="-19103" y="123478"/>
            <a:chExt cx="8335526" cy="381203"/>
          </a:xfrm>
        </p:grpSpPr>
        <p:sp>
          <p:nvSpPr>
            <p:cNvPr id="4" name="矩形 17">
              <a:extLst>
                <a:ext uri="{FF2B5EF4-FFF2-40B4-BE49-F238E27FC236}">
                  <a16:creationId xmlns:a16="http://schemas.microsoft.com/office/drawing/2014/main" xmlns="" id="{23051738-24F7-83CF-FE1E-695064F0103E}"/>
                </a:ext>
              </a:extLst>
            </p:cNvPr>
            <p:cNvSpPr/>
            <p:nvPr/>
          </p:nvSpPr>
          <p:spPr>
            <a:xfrm>
              <a:off x="1630646" y="123478"/>
              <a:ext cx="6685777" cy="381203"/>
            </a:xfrm>
            <a:custGeom>
              <a:avLst/>
              <a:gdLst>
                <a:gd name="connsiteX0" fmla="*/ 0 w 9742140"/>
                <a:gd name="connsiteY0" fmla="*/ 0 h 504056"/>
                <a:gd name="connsiteX1" fmla="*/ 9742140 w 9742140"/>
                <a:gd name="connsiteY1" fmla="*/ 0 h 504056"/>
                <a:gd name="connsiteX2" fmla="*/ 9742140 w 9742140"/>
                <a:gd name="connsiteY2" fmla="*/ 504056 h 504056"/>
                <a:gd name="connsiteX3" fmla="*/ 0 w 9742140"/>
                <a:gd name="connsiteY3" fmla="*/ 504056 h 504056"/>
                <a:gd name="connsiteX4" fmla="*/ 0 w 9742140"/>
                <a:gd name="connsiteY4" fmla="*/ 0 h 504056"/>
                <a:gd name="connsiteX0-1" fmla="*/ 248615 w 9990755"/>
                <a:gd name="connsiteY0-2" fmla="*/ 0 h 504056"/>
                <a:gd name="connsiteX1-3" fmla="*/ 9990755 w 9990755"/>
                <a:gd name="connsiteY1-4" fmla="*/ 0 h 504056"/>
                <a:gd name="connsiteX2-5" fmla="*/ 9990755 w 9990755"/>
                <a:gd name="connsiteY2-6" fmla="*/ 504056 h 504056"/>
                <a:gd name="connsiteX3-7" fmla="*/ 0 w 9990755"/>
                <a:gd name="connsiteY3-8" fmla="*/ 504056 h 504056"/>
                <a:gd name="connsiteX4-9" fmla="*/ 248615 w 9990755"/>
                <a:gd name="connsiteY4-10" fmla="*/ 0 h 504056"/>
                <a:gd name="connsiteX0-11" fmla="*/ 278112 w 9990755"/>
                <a:gd name="connsiteY0-12" fmla="*/ 0 h 504056"/>
                <a:gd name="connsiteX1-13" fmla="*/ 9990755 w 9990755"/>
                <a:gd name="connsiteY1-14" fmla="*/ 0 h 504056"/>
                <a:gd name="connsiteX2-15" fmla="*/ 9990755 w 9990755"/>
                <a:gd name="connsiteY2-16" fmla="*/ 504056 h 504056"/>
                <a:gd name="connsiteX3-17" fmla="*/ 0 w 9990755"/>
                <a:gd name="connsiteY3-18" fmla="*/ 504056 h 504056"/>
                <a:gd name="connsiteX4-19" fmla="*/ 278112 w 9990755"/>
                <a:gd name="connsiteY4-20" fmla="*/ 0 h 504056"/>
                <a:gd name="connsiteX0-21" fmla="*/ 294967 w 9990755"/>
                <a:gd name="connsiteY0-22" fmla="*/ 0 h 508270"/>
                <a:gd name="connsiteX1-23" fmla="*/ 9990755 w 9990755"/>
                <a:gd name="connsiteY1-24" fmla="*/ 4214 h 508270"/>
                <a:gd name="connsiteX2-25" fmla="*/ 9990755 w 9990755"/>
                <a:gd name="connsiteY2-26" fmla="*/ 508270 h 508270"/>
                <a:gd name="connsiteX3-27" fmla="*/ 0 w 9990755"/>
                <a:gd name="connsiteY3-28" fmla="*/ 508270 h 508270"/>
                <a:gd name="connsiteX4-29" fmla="*/ 294967 w 9990755"/>
                <a:gd name="connsiteY4-30" fmla="*/ 0 h 508270"/>
                <a:gd name="connsiteX0-31" fmla="*/ 294967 w 10013135"/>
                <a:gd name="connsiteY0-32" fmla="*/ 0 h 508270"/>
                <a:gd name="connsiteX1-33" fmla="*/ 10013135 w 10013135"/>
                <a:gd name="connsiteY1-34" fmla="*/ 1017 h 508270"/>
                <a:gd name="connsiteX2-35" fmla="*/ 9990755 w 10013135"/>
                <a:gd name="connsiteY2-36" fmla="*/ 508270 h 508270"/>
                <a:gd name="connsiteX3-37" fmla="*/ 0 w 10013135"/>
                <a:gd name="connsiteY3-38" fmla="*/ 508270 h 508270"/>
                <a:gd name="connsiteX4-39" fmla="*/ 294967 w 10013135"/>
                <a:gd name="connsiteY4-40" fmla="*/ 0 h 508270"/>
                <a:gd name="connsiteX0-41" fmla="*/ 294967 w 10019529"/>
                <a:gd name="connsiteY0-42" fmla="*/ 0 h 508270"/>
                <a:gd name="connsiteX1-43" fmla="*/ 10013135 w 10019529"/>
                <a:gd name="connsiteY1-44" fmla="*/ 1017 h 508270"/>
                <a:gd name="connsiteX2-45" fmla="*/ 10019529 w 10019529"/>
                <a:gd name="connsiteY2-46" fmla="*/ 508270 h 508270"/>
                <a:gd name="connsiteX3-47" fmla="*/ 0 w 10019529"/>
                <a:gd name="connsiteY3-48" fmla="*/ 508270 h 508270"/>
                <a:gd name="connsiteX4-49" fmla="*/ 294967 w 10019529"/>
                <a:gd name="connsiteY4-50" fmla="*/ 0 h 508270"/>
                <a:gd name="connsiteX0-51" fmla="*/ 294967 w 10019529"/>
                <a:gd name="connsiteY0-52" fmla="*/ 0 h 508270"/>
                <a:gd name="connsiteX1-53" fmla="*/ 10016332 w 10019529"/>
                <a:gd name="connsiteY1-54" fmla="*/ 1017 h 508270"/>
                <a:gd name="connsiteX2-55" fmla="*/ 10019529 w 10019529"/>
                <a:gd name="connsiteY2-56" fmla="*/ 508270 h 508270"/>
                <a:gd name="connsiteX3-57" fmla="*/ 0 w 10019529"/>
                <a:gd name="connsiteY3-58" fmla="*/ 508270 h 508270"/>
                <a:gd name="connsiteX4-59" fmla="*/ 294967 w 10019529"/>
                <a:gd name="connsiteY4-60" fmla="*/ 0 h 5082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19529" h="508270">
                  <a:moveTo>
                    <a:pt x="294967" y="0"/>
                  </a:moveTo>
                  <a:lnTo>
                    <a:pt x="10016332" y="1017"/>
                  </a:lnTo>
                  <a:cubicBezTo>
                    <a:pt x="10018463" y="170101"/>
                    <a:pt x="10017398" y="339186"/>
                    <a:pt x="10019529" y="508270"/>
                  </a:cubicBezTo>
                  <a:lnTo>
                    <a:pt x="0" y="508270"/>
                  </a:lnTo>
                  <a:lnTo>
                    <a:pt x="294967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algn="ctr" defTabSz="1369154"/>
              <a:endParaRPr lang="zh-CN" altLang="en-US" sz="2801" dirty="0">
                <a:solidFill>
                  <a:prstClr val="white"/>
                </a:solidFill>
                <a:latin typeface="Calibri"/>
                <a:ea typeface="方正黑体简体" panose="02010601030101010101" pitchFamily="2" charset="-12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E7B7183F-5141-F3D5-00E7-A94119635F65}"/>
                </a:ext>
              </a:extLst>
            </p:cNvPr>
            <p:cNvSpPr txBox="1"/>
            <p:nvPr/>
          </p:nvSpPr>
          <p:spPr>
            <a:xfrm>
              <a:off x="2238435" y="123478"/>
              <a:ext cx="5198840" cy="338544"/>
            </a:xfrm>
            <a:prstGeom prst="rect">
              <a:avLst/>
            </a:prstGeom>
            <a:noFill/>
          </p:spPr>
          <p:txBody>
            <a:bodyPr wrap="square" lIns="182861" tIns="91430" rIns="182861" bIns="91430" rtlCol="0">
              <a:spAutoFit/>
            </a:bodyPr>
            <a:lstStyle/>
            <a:p>
              <a:pPr algn="ctr" defTabSz="1825587"/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Projects Overall Progress </a:t>
              </a:r>
              <a:r>
                <a:rPr lang="en-IN" altLang="zh-CN" sz="3200" b="1" dirty="0">
                  <a:solidFill>
                    <a:prstClr val="black"/>
                  </a:solidFill>
                  <a:latin typeface="Bahnschrift SemiBold SemiConden" pitchFamily="34" charset="0"/>
                </a:rPr>
                <a:t>R</a:t>
              </a:r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eview</a:t>
              </a:r>
              <a:endParaRPr lang="en-US" altLang="zh-CN" sz="3200" b="1" dirty="0">
                <a:solidFill>
                  <a:prstClr val="black"/>
                </a:solidFill>
                <a:latin typeface="Bahnschrift SemiBold SemiConden" pitchFamily="34" charset="0"/>
              </a:endParaRPr>
            </a:p>
          </p:txBody>
        </p:sp>
        <p:sp>
          <p:nvSpPr>
            <p:cNvPr id="6" name="矩形 1">
              <a:extLst>
                <a:ext uri="{FF2B5EF4-FFF2-40B4-BE49-F238E27FC236}">
                  <a16:creationId xmlns:a16="http://schemas.microsoft.com/office/drawing/2014/main" xmlns="" id="{A4D7E50C-030A-C31C-6F39-D4F341C08A0D}"/>
                </a:ext>
              </a:extLst>
            </p:cNvPr>
            <p:cNvSpPr/>
            <p:nvPr/>
          </p:nvSpPr>
          <p:spPr>
            <a:xfrm>
              <a:off x="-19103" y="123478"/>
              <a:ext cx="2502873" cy="378042"/>
            </a:xfrm>
            <a:custGeom>
              <a:avLst/>
              <a:gdLst>
                <a:gd name="connsiteX0" fmla="*/ 0 w 2422798"/>
                <a:gd name="connsiteY0" fmla="*/ 0 h 504056"/>
                <a:gd name="connsiteX1" fmla="*/ 2422798 w 2422798"/>
                <a:gd name="connsiteY1" fmla="*/ 0 h 504056"/>
                <a:gd name="connsiteX2" fmla="*/ 2422798 w 2422798"/>
                <a:gd name="connsiteY2" fmla="*/ 504056 h 504056"/>
                <a:gd name="connsiteX3" fmla="*/ 0 w 2422798"/>
                <a:gd name="connsiteY3" fmla="*/ 504056 h 504056"/>
                <a:gd name="connsiteX4" fmla="*/ 0 w 2422798"/>
                <a:gd name="connsiteY4" fmla="*/ 0 h 504056"/>
                <a:gd name="connsiteX0-1" fmla="*/ 0 w 2422798"/>
                <a:gd name="connsiteY0-2" fmla="*/ 0 h 504056"/>
                <a:gd name="connsiteX1-3" fmla="*/ 2422798 w 2422798"/>
                <a:gd name="connsiteY1-4" fmla="*/ 0 h 504056"/>
                <a:gd name="connsiteX2-5" fmla="*/ 2123617 w 2422798"/>
                <a:gd name="connsiteY2-6" fmla="*/ 499842 h 504056"/>
                <a:gd name="connsiteX3-7" fmla="*/ 0 w 2422798"/>
                <a:gd name="connsiteY3-8" fmla="*/ 504056 h 504056"/>
                <a:gd name="connsiteX4-9" fmla="*/ 0 w 2422798"/>
                <a:gd name="connsiteY4-10" fmla="*/ 0 h 504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22798" h="504056">
                  <a:moveTo>
                    <a:pt x="0" y="0"/>
                  </a:moveTo>
                  <a:lnTo>
                    <a:pt x="2422798" y="0"/>
                  </a:lnTo>
                  <a:lnTo>
                    <a:pt x="2123617" y="499842"/>
                  </a:lnTo>
                  <a:lnTo>
                    <a:pt x="0" y="504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defTabSz="1369154"/>
              <a:r>
                <a:rPr lang="en-US" altLang="zh-CN" sz="4800" b="1" dirty="0">
                  <a:solidFill>
                    <a:prstClr val="white"/>
                  </a:solidFill>
                  <a:latin typeface="Bahnschrift SemiBold SemiConden" pitchFamily="34" charset="0"/>
                </a:rPr>
                <a:t>Digitalized</a:t>
              </a:r>
              <a:endParaRPr lang="en-US" altLang="zh-CN" sz="4800" b="1" dirty="0">
                <a:solidFill>
                  <a:prstClr val="white"/>
                </a:solidFill>
                <a:latin typeface="Bahnschrift SemiBold SemiConden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" name="Orange New.png">
            <a:extLst>
              <a:ext uri="{FF2B5EF4-FFF2-40B4-BE49-F238E27FC236}">
                <a16:creationId xmlns:a16="http://schemas.microsoft.com/office/drawing/2014/main" xmlns="" id="{92FCC2B2-908F-4602-9B60-F14B76C1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298" y="34566"/>
            <a:ext cx="717702" cy="72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04954"/>
            <a:ext cx="16840200" cy="951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3876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44">
            <a:extLst>
              <a:ext uri="{FF2B5EF4-FFF2-40B4-BE49-F238E27FC236}">
                <a16:creationId xmlns:a16="http://schemas.microsoft.com/office/drawing/2014/main" xmlns="" id="{84AF6A55-3CAA-F2BA-B116-98FAF8BDA331}"/>
              </a:ext>
            </a:extLst>
          </p:cNvPr>
          <p:cNvGrpSpPr/>
          <p:nvPr/>
        </p:nvGrpSpPr>
        <p:grpSpPr>
          <a:xfrm>
            <a:off x="1" y="1"/>
            <a:ext cx="18287999" cy="762407"/>
            <a:chOff x="-19103" y="123478"/>
            <a:chExt cx="8335526" cy="381203"/>
          </a:xfrm>
        </p:grpSpPr>
        <p:sp>
          <p:nvSpPr>
            <p:cNvPr id="4" name="矩形 17">
              <a:extLst>
                <a:ext uri="{FF2B5EF4-FFF2-40B4-BE49-F238E27FC236}">
                  <a16:creationId xmlns:a16="http://schemas.microsoft.com/office/drawing/2014/main" xmlns="" id="{23051738-24F7-83CF-FE1E-695064F0103E}"/>
                </a:ext>
              </a:extLst>
            </p:cNvPr>
            <p:cNvSpPr/>
            <p:nvPr/>
          </p:nvSpPr>
          <p:spPr>
            <a:xfrm>
              <a:off x="1630646" y="123478"/>
              <a:ext cx="6685777" cy="381203"/>
            </a:xfrm>
            <a:custGeom>
              <a:avLst/>
              <a:gdLst>
                <a:gd name="connsiteX0" fmla="*/ 0 w 9742140"/>
                <a:gd name="connsiteY0" fmla="*/ 0 h 504056"/>
                <a:gd name="connsiteX1" fmla="*/ 9742140 w 9742140"/>
                <a:gd name="connsiteY1" fmla="*/ 0 h 504056"/>
                <a:gd name="connsiteX2" fmla="*/ 9742140 w 9742140"/>
                <a:gd name="connsiteY2" fmla="*/ 504056 h 504056"/>
                <a:gd name="connsiteX3" fmla="*/ 0 w 9742140"/>
                <a:gd name="connsiteY3" fmla="*/ 504056 h 504056"/>
                <a:gd name="connsiteX4" fmla="*/ 0 w 9742140"/>
                <a:gd name="connsiteY4" fmla="*/ 0 h 504056"/>
                <a:gd name="connsiteX0-1" fmla="*/ 248615 w 9990755"/>
                <a:gd name="connsiteY0-2" fmla="*/ 0 h 504056"/>
                <a:gd name="connsiteX1-3" fmla="*/ 9990755 w 9990755"/>
                <a:gd name="connsiteY1-4" fmla="*/ 0 h 504056"/>
                <a:gd name="connsiteX2-5" fmla="*/ 9990755 w 9990755"/>
                <a:gd name="connsiteY2-6" fmla="*/ 504056 h 504056"/>
                <a:gd name="connsiteX3-7" fmla="*/ 0 w 9990755"/>
                <a:gd name="connsiteY3-8" fmla="*/ 504056 h 504056"/>
                <a:gd name="connsiteX4-9" fmla="*/ 248615 w 9990755"/>
                <a:gd name="connsiteY4-10" fmla="*/ 0 h 504056"/>
                <a:gd name="connsiteX0-11" fmla="*/ 278112 w 9990755"/>
                <a:gd name="connsiteY0-12" fmla="*/ 0 h 504056"/>
                <a:gd name="connsiteX1-13" fmla="*/ 9990755 w 9990755"/>
                <a:gd name="connsiteY1-14" fmla="*/ 0 h 504056"/>
                <a:gd name="connsiteX2-15" fmla="*/ 9990755 w 9990755"/>
                <a:gd name="connsiteY2-16" fmla="*/ 504056 h 504056"/>
                <a:gd name="connsiteX3-17" fmla="*/ 0 w 9990755"/>
                <a:gd name="connsiteY3-18" fmla="*/ 504056 h 504056"/>
                <a:gd name="connsiteX4-19" fmla="*/ 278112 w 9990755"/>
                <a:gd name="connsiteY4-20" fmla="*/ 0 h 504056"/>
                <a:gd name="connsiteX0-21" fmla="*/ 294967 w 9990755"/>
                <a:gd name="connsiteY0-22" fmla="*/ 0 h 508270"/>
                <a:gd name="connsiteX1-23" fmla="*/ 9990755 w 9990755"/>
                <a:gd name="connsiteY1-24" fmla="*/ 4214 h 508270"/>
                <a:gd name="connsiteX2-25" fmla="*/ 9990755 w 9990755"/>
                <a:gd name="connsiteY2-26" fmla="*/ 508270 h 508270"/>
                <a:gd name="connsiteX3-27" fmla="*/ 0 w 9990755"/>
                <a:gd name="connsiteY3-28" fmla="*/ 508270 h 508270"/>
                <a:gd name="connsiteX4-29" fmla="*/ 294967 w 9990755"/>
                <a:gd name="connsiteY4-30" fmla="*/ 0 h 508270"/>
                <a:gd name="connsiteX0-31" fmla="*/ 294967 w 10013135"/>
                <a:gd name="connsiteY0-32" fmla="*/ 0 h 508270"/>
                <a:gd name="connsiteX1-33" fmla="*/ 10013135 w 10013135"/>
                <a:gd name="connsiteY1-34" fmla="*/ 1017 h 508270"/>
                <a:gd name="connsiteX2-35" fmla="*/ 9990755 w 10013135"/>
                <a:gd name="connsiteY2-36" fmla="*/ 508270 h 508270"/>
                <a:gd name="connsiteX3-37" fmla="*/ 0 w 10013135"/>
                <a:gd name="connsiteY3-38" fmla="*/ 508270 h 508270"/>
                <a:gd name="connsiteX4-39" fmla="*/ 294967 w 10013135"/>
                <a:gd name="connsiteY4-40" fmla="*/ 0 h 508270"/>
                <a:gd name="connsiteX0-41" fmla="*/ 294967 w 10019529"/>
                <a:gd name="connsiteY0-42" fmla="*/ 0 h 508270"/>
                <a:gd name="connsiteX1-43" fmla="*/ 10013135 w 10019529"/>
                <a:gd name="connsiteY1-44" fmla="*/ 1017 h 508270"/>
                <a:gd name="connsiteX2-45" fmla="*/ 10019529 w 10019529"/>
                <a:gd name="connsiteY2-46" fmla="*/ 508270 h 508270"/>
                <a:gd name="connsiteX3-47" fmla="*/ 0 w 10019529"/>
                <a:gd name="connsiteY3-48" fmla="*/ 508270 h 508270"/>
                <a:gd name="connsiteX4-49" fmla="*/ 294967 w 10019529"/>
                <a:gd name="connsiteY4-50" fmla="*/ 0 h 508270"/>
                <a:gd name="connsiteX0-51" fmla="*/ 294967 w 10019529"/>
                <a:gd name="connsiteY0-52" fmla="*/ 0 h 508270"/>
                <a:gd name="connsiteX1-53" fmla="*/ 10016332 w 10019529"/>
                <a:gd name="connsiteY1-54" fmla="*/ 1017 h 508270"/>
                <a:gd name="connsiteX2-55" fmla="*/ 10019529 w 10019529"/>
                <a:gd name="connsiteY2-56" fmla="*/ 508270 h 508270"/>
                <a:gd name="connsiteX3-57" fmla="*/ 0 w 10019529"/>
                <a:gd name="connsiteY3-58" fmla="*/ 508270 h 508270"/>
                <a:gd name="connsiteX4-59" fmla="*/ 294967 w 10019529"/>
                <a:gd name="connsiteY4-60" fmla="*/ 0 h 5082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19529" h="508270">
                  <a:moveTo>
                    <a:pt x="294967" y="0"/>
                  </a:moveTo>
                  <a:lnTo>
                    <a:pt x="10016332" y="1017"/>
                  </a:lnTo>
                  <a:cubicBezTo>
                    <a:pt x="10018463" y="170101"/>
                    <a:pt x="10017398" y="339186"/>
                    <a:pt x="10019529" y="508270"/>
                  </a:cubicBezTo>
                  <a:lnTo>
                    <a:pt x="0" y="508270"/>
                  </a:lnTo>
                  <a:lnTo>
                    <a:pt x="294967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algn="ctr" defTabSz="1369154"/>
              <a:endParaRPr lang="zh-CN" altLang="en-US" sz="2801" dirty="0">
                <a:solidFill>
                  <a:prstClr val="white"/>
                </a:solidFill>
                <a:latin typeface="Calibri"/>
                <a:ea typeface="方正黑体简体" panose="02010601030101010101" pitchFamily="2" charset="-12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E7B7183F-5141-F3D5-00E7-A94119635F65}"/>
                </a:ext>
              </a:extLst>
            </p:cNvPr>
            <p:cNvSpPr txBox="1"/>
            <p:nvPr/>
          </p:nvSpPr>
          <p:spPr>
            <a:xfrm>
              <a:off x="2238435" y="123478"/>
              <a:ext cx="5198840" cy="338544"/>
            </a:xfrm>
            <a:prstGeom prst="rect">
              <a:avLst/>
            </a:prstGeom>
            <a:noFill/>
          </p:spPr>
          <p:txBody>
            <a:bodyPr wrap="square" lIns="182861" tIns="91430" rIns="182861" bIns="91430" rtlCol="0">
              <a:spAutoFit/>
            </a:bodyPr>
            <a:lstStyle/>
            <a:p>
              <a:pPr algn="ctr" defTabSz="1825587"/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Projects Overall Progress </a:t>
              </a:r>
              <a:r>
                <a:rPr lang="en-IN" altLang="zh-CN" sz="3200" b="1" dirty="0">
                  <a:solidFill>
                    <a:prstClr val="black"/>
                  </a:solidFill>
                  <a:latin typeface="Bahnschrift SemiBold SemiConden" pitchFamily="34" charset="0"/>
                </a:rPr>
                <a:t>R</a:t>
              </a:r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eview</a:t>
              </a:r>
              <a:endParaRPr lang="en-US" altLang="zh-CN" sz="3200" b="1" dirty="0">
                <a:solidFill>
                  <a:prstClr val="black"/>
                </a:solidFill>
                <a:latin typeface="Bahnschrift SemiBold SemiConden" pitchFamily="34" charset="0"/>
              </a:endParaRPr>
            </a:p>
          </p:txBody>
        </p:sp>
        <p:sp>
          <p:nvSpPr>
            <p:cNvPr id="6" name="矩形 1">
              <a:extLst>
                <a:ext uri="{FF2B5EF4-FFF2-40B4-BE49-F238E27FC236}">
                  <a16:creationId xmlns:a16="http://schemas.microsoft.com/office/drawing/2014/main" xmlns="" id="{A4D7E50C-030A-C31C-6F39-D4F341C08A0D}"/>
                </a:ext>
              </a:extLst>
            </p:cNvPr>
            <p:cNvSpPr/>
            <p:nvPr/>
          </p:nvSpPr>
          <p:spPr>
            <a:xfrm>
              <a:off x="-19103" y="123478"/>
              <a:ext cx="2502873" cy="378042"/>
            </a:xfrm>
            <a:custGeom>
              <a:avLst/>
              <a:gdLst>
                <a:gd name="connsiteX0" fmla="*/ 0 w 2422798"/>
                <a:gd name="connsiteY0" fmla="*/ 0 h 504056"/>
                <a:gd name="connsiteX1" fmla="*/ 2422798 w 2422798"/>
                <a:gd name="connsiteY1" fmla="*/ 0 h 504056"/>
                <a:gd name="connsiteX2" fmla="*/ 2422798 w 2422798"/>
                <a:gd name="connsiteY2" fmla="*/ 504056 h 504056"/>
                <a:gd name="connsiteX3" fmla="*/ 0 w 2422798"/>
                <a:gd name="connsiteY3" fmla="*/ 504056 h 504056"/>
                <a:gd name="connsiteX4" fmla="*/ 0 w 2422798"/>
                <a:gd name="connsiteY4" fmla="*/ 0 h 504056"/>
                <a:gd name="connsiteX0-1" fmla="*/ 0 w 2422798"/>
                <a:gd name="connsiteY0-2" fmla="*/ 0 h 504056"/>
                <a:gd name="connsiteX1-3" fmla="*/ 2422798 w 2422798"/>
                <a:gd name="connsiteY1-4" fmla="*/ 0 h 504056"/>
                <a:gd name="connsiteX2-5" fmla="*/ 2123617 w 2422798"/>
                <a:gd name="connsiteY2-6" fmla="*/ 499842 h 504056"/>
                <a:gd name="connsiteX3-7" fmla="*/ 0 w 2422798"/>
                <a:gd name="connsiteY3-8" fmla="*/ 504056 h 504056"/>
                <a:gd name="connsiteX4-9" fmla="*/ 0 w 2422798"/>
                <a:gd name="connsiteY4-10" fmla="*/ 0 h 504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22798" h="504056">
                  <a:moveTo>
                    <a:pt x="0" y="0"/>
                  </a:moveTo>
                  <a:lnTo>
                    <a:pt x="2422798" y="0"/>
                  </a:lnTo>
                  <a:lnTo>
                    <a:pt x="2123617" y="499842"/>
                  </a:lnTo>
                  <a:lnTo>
                    <a:pt x="0" y="504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defTabSz="1369154"/>
              <a:r>
                <a:rPr lang="en-US" altLang="zh-CN" sz="4800" b="1" dirty="0">
                  <a:solidFill>
                    <a:prstClr val="white"/>
                  </a:solidFill>
                  <a:latin typeface="Bahnschrift SemiBold SemiConden" pitchFamily="34" charset="0"/>
                </a:rPr>
                <a:t>Digitalized</a:t>
              </a:r>
              <a:endParaRPr lang="en-US" altLang="zh-CN" sz="4800" b="1" dirty="0">
                <a:solidFill>
                  <a:prstClr val="white"/>
                </a:solidFill>
                <a:latin typeface="Bahnschrift SemiBold SemiConden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" name="Orange New.png">
            <a:extLst>
              <a:ext uri="{FF2B5EF4-FFF2-40B4-BE49-F238E27FC236}">
                <a16:creationId xmlns:a16="http://schemas.microsoft.com/office/drawing/2014/main" xmlns="" id="{92FCC2B2-908F-4602-9B60-F14B76C1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298" y="34566"/>
            <a:ext cx="717702" cy="72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0" t="6140" r="794" b="8394"/>
          <a:stretch/>
        </p:blipFill>
        <p:spPr bwMode="auto">
          <a:xfrm>
            <a:off x="1" y="756086"/>
            <a:ext cx="13487399" cy="96452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468790"/>
              </p:ext>
            </p:extLst>
          </p:nvPr>
        </p:nvGraphicFramePr>
        <p:xfrm>
          <a:off x="13487401" y="1066800"/>
          <a:ext cx="4759036" cy="12527280"/>
        </p:xfrm>
        <a:graphic>
          <a:graphicData uri="http://schemas.openxmlformats.org/drawingml/2006/table">
            <a:tbl>
              <a:tblPr/>
              <a:tblGrid>
                <a:gridCol w="4759036"/>
              </a:tblGrid>
              <a:tr h="3657600">
                <a:tc>
                  <a:txBody>
                    <a:bodyPr/>
                    <a:lstStyle/>
                    <a:p>
                      <a:pPr algn="ctr"/>
                      <a:r>
                        <a:rPr lang="en-IN" sz="1600" b="1" u="sng" dirty="0" smtClean="0">
                          <a:solidFill>
                            <a:srgbClr val="FF0000"/>
                          </a:solidFill>
                        </a:rPr>
                        <a:t>Involved</a:t>
                      </a:r>
                      <a:r>
                        <a:rPr lang="en-IN" sz="1600" b="1" u="sng" baseline="0" dirty="0" smtClean="0">
                          <a:solidFill>
                            <a:srgbClr val="FF0000"/>
                          </a:solidFill>
                        </a:rPr>
                        <a:t> Departments</a:t>
                      </a:r>
                      <a:endParaRPr lang="en-IN" sz="1600" b="1" u="sng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IN" sz="1400" b="1" dirty="0" smtClean="0"/>
                        <a:t>1.Planning Dept</a:t>
                      </a:r>
                      <a:r>
                        <a:rPr lang="en-IN" sz="1400" dirty="0" smtClean="0"/>
                        <a:t>.</a:t>
                      </a:r>
                    </a:p>
                    <a:p>
                      <a:r>
                        <a:rPr lang="en-IN" sz="1400" dirty="0" smtClean="0"/>
                        <a:t>Planning</a:t>
                      </a:r>
                      <a:r>
                        <a:rPr lang="en-IN" sz="1400" baseline="0" dirty="0" smtClean="0"/>
                        <a:t> Team provide Change over Schedule to IE by 20</a:t>
                      </a:r>
                      <a:r>
                        <a:rPr lang="en-IN" sz="1400" baseline="30000" dirty="0" smtClean="0"/>
                        <a:t>th</a:t>
                      </a:r>
                      <a:r>
                        <a:rPr lang="en-IN" sz="1400" baseline="0" dirty="0" smtClean="0"/>
                        <a:t> Of Month</a:t>
                      </a:r>
                    </a:p>
                    <a:p>
                      <a:r>
                        <a:rPr lang="en-IN" sz="1400" b="1" baseline="0" dirty="0" smtClean="0"/>
                        <a:t>2.Production team</a:t>
                      </a:r>
                    </a:p>
                    <a:p>
                      <a:r>
                        <a:rPr lang="en-IN" sz="1400" baseline="0" dirty="0" smtClean="0"/>
                        <a:t>PC Team rivew the schedule &amp; Verify QCO check list</a:t>
                      </a:r>
                    </a:p>
                    <a:p>
                      <a:r>
                        <a:rPr lang="en-IN" sz="1400" b="1" baseline="0" dirty="0" smtClean="0"/>
                        <a:t>3. VSM</a:t>
                      </a:r>
                    </a:p>
                    <a:p>
                      <a:r>
                        <a:rPr lang="en-IN" sz="1400" baseline="0" dirty="0" smtClean="0"/>
                        <a:t>Will conduct the weekly meeting to coordinate functional teams for preparation change over</a:t>
                      </a:r>
                    </a:p>
                    <a:p>
                      <a:r>
                        <a:rPr lang="en-IN" sz="1400" b="1" baseline="0" dirty="0" smtClean="0"/>
                        <a:t>4. Production control(PC)</a:t>
                      </a:r>
                    </a:p>
                    <a:p>
                      <a:r>
                        <a:rPr lang="en-IN" sz="1400" baseline="0" dirty="0" smtClean="0"/>
                        <a:t>PC will distribute Machinery Equipment For Model Change</a:t>
                      </a:r>
                    </a:p>
                    <a:p>
                      <a:r>
                        <a:rPr lang="en-IN" sz="1400" b="1" baseline="0" dirty="0" smtClean="0"/>
                        <a:t>5.MNT</a:t>
                      </a:r>
                    </a:p>
                    <a:p>
                      <a:r>
                        <a:rPr lang="en-IN" sz="1400" baseline="0" dirty="0" smtClean="0"/>
                        <a:t>MNT will Maintain  all Machinery's in Good Condition</a:t>
                      </a:r>
                    </a:p>
                    <a:p>
                      <a:r>
                        <a:rPr lang="en-IN" sz="1400" b="1" baseline="0" dirty="0" smtClean="0"/>
                        <a:t>6.Plant Technician</a:t>
                      </a:r>
                    </a:p>
                    <a:p>
                      <a:r>
                        <a:rPr lang="en-IN" sz="1400" baseline="0" dirty="0" smtClean="0"/>
                        <a:t>Will assist for layout and operator arrangement based on Model change</a:t>
                      </a:r>
                    </a:p>
                    <a:p>
                      <a:r>
                        <a:rPr lang="en-IN" sz="1400" b="1" baseline="0" dirty="0" smtClean="0"/>
                        <a:t>7.QIP</a:t>
                      </a:r>
                    </a:p>
                    <a:p>
                      <a:r>
                        <a:rPr lang="en-IN" sz="1400" baseline="0" dirty="0" smtClean="0"/>
                        <a:t>QC assist for Primary confirmation of the first pair</a:t>
                      </a:r>
                    </a:p>
                    <a:p>
                      <a:r>
                        <a:rPr lang="en-IN" sz="1400" b="1" baseline="0" dirty="0" smtClean="0"/>
                        <a:t>8. VSM</a:t>
                      </a:r>
                    </a:p>
                    <a:p>
                      <a:r>
                        <a:rPr lang="en-IN" sz="1400" baseline="0" dirty="0" smtClean="0"/>
                        <a:t>VSM record COT,COPT during the Change over</a:t>
                      </a:r>
                      <a:endParaRPr lang="en-IN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2600">
                <a:tc>
                  <a:txBody>
                    <a:bodyPr/>
                    <a:lstStyle/>
                    <a:p>
                      <a:pPr algn="ctr"/>
                      <a:r>
                        <a:rPr lang="en-IN" sz="1600" b="1" u="sng" dirty="0" smtClean="0">
                          <a:solidFill>
                            <a:srgbClr val="FF0000"/>
                          </a:solidFill>
                        </a:rPr>
                        <a:t>Escalations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1400" b="0" u="none" dirty="0" smtClean="0">
                          <a:solidFill>
                            <a:schemeClr val="tx1"/>
                          </a:solidFill>
                        </a:rPr>
                        <a:t>Once change over schedule is ready QCO system will raise alerts for</a:t>
                      </a:r>
                      <a:r>
                        <a:rPr lang="en-IN" sz="1400" b="0" u="none" baseline="0" dirty="0" smtClean="0">
                          <a:solidFill>
                            <a:schemeClr val="tx1"/>
                          </a:solidFill>
                        </a:rPr>
                        <a:t> remind the related Departments 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1400" dirty="0" smtClean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IE, Supervisor</a:t>
                      </a:r>
                      <a:br>
                        <a:rPr lang="en-IN" sz="1400" dirty="0" smtClean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en-IN" sz="1400" dirty="0" smtClean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Technician, Maintenance/PC, QIP, PC, VSM </a:t>
                      </a:r>
                      <a:r>
                        <a:rPr lang="en-IN" sz="1400" b="0" u="none" baseline="0" dirty="0" smtClean="0">
                          <a:solidFill>
                            <a:schemeClr val="tx1"/>
                          </a:solidFill>
                        </a:rPr>
                        <a:t>will get 4days before notification based on department  Level wise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1400" b="1" u="none" baseline="0" dirty="0" smtClean="0">
                          <a:solidFill>
                            <a:schemeClr val="tx1"/>
                          </a:solidFill>
                        </a:rPr>
                        <a:t>Once deadline is not meet</a:t>
                      </a:r>
                      <a:r>
                        <a:rPr lang="en-IN" sz="1400" b="0" u="none" baseline="0" dirty="0" smtClean="0">
                          <a:solidFill>
                            <a:schemeClr val="tx1"/>
                          </a:solidFill>
                        </a:rPr>
                        <a:t>, will raise warning alerts to related department.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IN" sz="1400" b="0" u="none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AutoNum type="arabicPeriod"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u="sng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5407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44">
            <a:extLst>
              <a:ext uri="{FF2B5EF4-FFF2-40B4-BE49-F238E27FC236}">
                <a16:creationId xmlns:a16="http://schemas.microsoft.com/office/drawing/2014/main" xmlns="" id="{84AF6A55-3CAA-F2BA-B116-98FAF8BDA331}"/>
              </a:ext>
            </a:extLst>
          </p:cNvPr>
          <p:cNvGrpSpPr/>
          <p:nvPr/>
        </p:nvGrpSpPr>
        <p:grpSpPr>
          <a:xfrm>
            <a:off x="1" y="1"/>
            <a:ext cx="18287999" cy="762407"/>
            <a:chOff x="-19103" y="123478"/>
            <a:chExt cx="8335526" cy="381203"/>
          </a:xfrm>
        </p:grpSpPr>
        <p:sp>
          <p:nvSpPr>
            <p:cNvPr id="4" name="矩形 17">
              <a:extLst>
                <a:ext uri="{FF2B5EF4-FFF2-40B4-BE49-F238E27FC236}">
                  <a16:creationId xmlns:a16="http://schemas.microsoft.com/office/drawing/2014/main" xmlns="" id="{23051738-24F7-83CF-FE1E-695064F0103E}"/>
                </a:ext>
              </a:extLst>
            </p:cNvPr>
            <p:cNvSpPr/>
            <p:nvPr/>
          </p:nvSpPr>
          <p:spPr>
            <a:xfrm>
              <a:off x="1630646" y="123478"/>
              <a:ext cx="6685777" cy="381203"/>
            </a:xfrm>
            <a:custGeom>
              <a:avLst/>
              <a:gdLst>
                <a:gd name="connsiteX0" fmla="*/ 0 w 9742140"/>
                <a:gd name="connsiteY0" fmla="*/ 0 h 504056"/>
                <a:gd name="connsiteX1" fmla="*/ 9742140 w 9742140"/>
                <a:gd name="connsiteY1" fmla="*/ 0 h 504056"/>
                <a:gd name="connsiteX2" fmla="*/ 9742140 w 9742140"/>
                <a:gd name="connsiteY2" fmla="*/ 504056 h 504056"/>
                <a:gd name="connsiteX3" fmla="*/ 0 w 9742140"/>
                <a:gd name="connsiteY3" fmla="*/ 504056 h 504056"/>
                <a:gd name="connsiteX4" fmla="*/ 0 w 9742140"/>
                <a:gd name="connsiteY4" fmla="*/ 0 h 504056"/>
                <a:gd name="connsiteX0-1" fmla="*/ 248615 w 9990755"/>
                <a:gd name="connsiteY0-2" fmla="*/ 0 h 504056"/>
                <a:gd name="connsiteX1-3" fmla="*/ 9990755 w 9990755"/>
                <a:gd name="connsiteY1-4" fmla="*/ 0 h 504056"/>
                <a:gd name="connsiteX2-5" fmla="*/ 9990755 w 9990755"/>
                <a:gd name="connsiteY2-6" fmla="*/ 504056 h 504056"/>
                <a:gd name="connsiteX3-7" fmla="*/ 0 w 9990755"/>
                <a:gd name="connsiteY3-8" fmla="*/ 504056 h 504056"/>
                <a:gd name="connsiteX4-9" fmla="*/ 248615 w 9990755"/>
                <a:gd name="connsiteY4-10" fmla="*/ 0 h 504056"/>
                <a:gd name="connsiteX0-11" fmla="*/ 278112 w 9990755"/>
                <a:gd name="connsiteY0-12" fmla="*/ 0 h 504056"/>
                <a:gd name="connsiteX1-13" fmla="*/ 9990755 w 9990755"/>
                <a:gd name="connsiteY1-14" fmla="*/ 0 h 504056"/>
                <a:gd name="connsiteX2-15" fmla="*/ 9990755 w 9990755"/>
                <a:gd name="connsiteY2-16" fmla="*/ 504056 h 504056"/>
                <a:gd name="connsiteX3-17" fmla="*/ 0 w 9990755"/>
                <a:gd name="connsiteY3-18" fmla="*/ 504056 h 504056"/>
                <a:gd name="connsiteX4-19" fmla="*/ 278112 w 9990755"/>
                <a:gd name="connsiteY4-20" fmla="*/ 0 h 504056"/>
                <a:gd name="connsiteX0-21" fmla="*/ 294967 w 9990755"/>
                <a:gd name="connsiteY0-22" fmla="*/ 0 h 508270"/>
                <a:gd name="connsiteX1-23" fmla="*/ 9990755 w 9990755"/>
                <a:gd name="connsiteY1-24" fmla="*/ 4214 h 508270"/>
                <a:gd name="connsiteX2-25" fmla="*/ 9990755 w 9990755"/>
                <a:gd name="connsiteY2-26" fmla="*/ 508270 h 508270"/>
                <a:gd name="connsiteX3-27" fmla="*/ 0 w 9990755"/>
                <a:gd name="connsiteY3-28" fmla="*/ 508270 h 508270"/>
                <a:gd name="connsiteX4-29" fmla="*/ 294967 w 9990755"/>
                <a:gd name="connsiteY4-30" fmla="*/ 0 h 508270"/>
                <a:gd name="connsiteX0-31" fmla="*/ 294967 w 10013135"/>
                <a:gd name="connsiteY0-32" fmla="*/ 0 h 508270"/>
                <a:gd name="connsiteX1-33" fmla="*/ 10013135 w 10013135"/>
                <a:gd name="connsiteY1-34" fmla="*/ 1017 h 508270"/>
                <a:gd name="connsiteX2-35" fmla="*/ 9990755 w 10013135"/>
                <a:gd name="connsiteY2-36" fmla="*/ 508270 h 508270"/>
                <a:gd name="connsiteX3-37" fmla="*/ 0 w 10013135"/>
                <a:gd name="connsiteY3-38" fmla="*/ 508270 h 508270"/>
                <a:gd name="connsiteX4-39" fmla="*/ 294967 w 10013135"/>
                <a:gd name="connsiteY4-40" fmla="*/ 0 h 508270"/>
                <a:gd name="connsiteX0-41" fmla="*/ 294967 w 10019529"/>
                <a:gd name="connsiteY0-42" fmla="*/ 0 h 508270"/>
                <a:gd name="connsiteX1-43" fmla="*/ 10013135 w 10019529"/>
                <a:gd name="connsiteY1-44" fmla="*/ 1017 h 508270"/>
                <a:gd name="connsiteX2-45" fmla="*/ 10019529 w 10019529"/>
                <a:gd name="connsiteY2-46" fmla="*/ 508270 h 508270"/>
                <a:gd name="connsiteX3-47" fmla="*/ 0 w 10019529"/>
                <a:gd name="connsiteY3-48" fmla="*/ 508270 h 508270"/>
                <a:gd name="connsiteX4-49" fmla="*/ 294967 w 10019529"/>
                <a:gd name="connsiteY4-50" fmla="*/ 0 h 508270"/>
                <a:gd name="connsiteX0-51" fmla="*/ 294967 w 10019529"/>
                <a:gd name="connsiteY0-52" fmla="*/ 0 h 508270"/>
                <a:gd name="connsiteX1-53" fmla="*/ 10016332 w 10019529"/>
                <a:gd name="connsiteY1-54" fmla="*/ 1017 h 508270"/>
                <a:gd name="connsiteX2-55" fmla="*/ 10019529 w 10019529"/>
                <a:gd name="connsiteY2-56" fmla="*/ 508270 h 508270"/>
                <a:gd name="connsiteX3-57" fmla="*/ 0 w 10019529"/>
                <a:gd name="connsiteY3-58" fmla="*/ 508270 h 508270"/>
                <a:gd name="connsiteX4-59" fmla="*/ 294967 w 10019529"/>
                <a:gd name="connsiteY4-60" fmla="*/ 0 h 5082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19529" h="508270">
                  <a:moveTo>
                    <a:pt x="294967" y="0"/>
                  </a:moveTo>
                  <a:lnTo>
                    <a:pt x="10016332" y="1017"/>
                  </a:lnTo>
                  <a:cubicBezTo>
                    <a:pt x="10018463" y="170101"/>
                    <a:pt x="10017398" y="339186"/>
                    <a:pt x="10019529" y="508270"/>
                  </a:cubicBezTo>
                  <a:lnTo>
                    <a:pt x="0" y="508270"/>
                  </a:lnTo>
                  <a:lnTo>
                    <a:pt x="294967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algn="ctr" defTabSz="1369154"/>
              <a:endParaRPr lang="zh-CN" altLang="en-US" sz="2801" dirty="0">
                <a:solidFill>
                  <a:prstClr val="white"/>
                </a:solidFill>
                <a:latin typeface="Calibri"/>
                <a:ea typeface="方正黑体简体" panose="02010601030101010101" pitchFamily="2" charset="-12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E7B7183F-5141-F3D5-00E7-A94119635F65}"/>
                </a:ext>
              </a:extLst>
            </p:cNvPr>
            <p:cNvSpPr txBox="1"/>
            <p:nvPr/>
          </p:nvSpPr>
          <p:spPr>
            <a:xfrm>
              <a:off x="2238435" y="123478"/>
              <a:ext cx="5198840" cy="338544"/>
            </a:xfrm>
            <a:prstGeom prst="rect">
              <a:avLst/>
            </a:prstGeom>
            <a:noFill/>
          </p:spPr>
          <p:txBody>
            <a:bodyPr wrap="square" lIns="182861" tIns="91430" rIns="182861" bIns="91430" rtlCol="0">
              <a:spAutoFit/>
            </a:bodyPr>
            <a:lstStyle/>
            <a:p>
              <a:pPr algn="ctr" defTabSz="1825587"/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Projects Overall Progress </a:t>
              </a:r>
              <a:r>
                <a:rPr lang="en-IN" altLang="zh-CN" sz="3200" b="1" dirty="0">
                  <a:solidFill>
                    <a:prstClr val="black"/>
                  </a:solidFill>
                  <a:latin typeface="Bahnschrift SemiBold SemiConden" pitchFamily="34" charset="0"/>
                </a:rPr>
                <a:t>R</a:t>
              </a:r>
              <a:r>
                <a:rPr lang="en-IN" altLang="zh-CN" sz="3200" b="1" dirty="0" smtClean="0">
                  <a:solidFill>
                    <a:prstClr val="black"/>
                  </a:solidFill>
                  <a:latin typeface="Bahnschrift SemiBold SemiConden" pitchFamily="34" charset="0"/>
                </a:rPr>
                <a:t>eview</a:t>
              </a:r>
              <a:endParaRPr lang="en-US" altLang="zh-CN" sz="3200" b="1" dirty="0">
                <a:solidFill>
                  <a:prstClr val="black"/>
                </a:solidFill>
                <a:latin typeface="Bahnschrift SemiBold SemiConden" pitchFamily="34" charset="0"/>
              </a:endParaRPr>
            </a:p>
          </p:txBody>
        </p:sp>
        <p:sp>
          <p:nvSpPr>
            <p:cNvPr id="6" name="矩形 1">
              <a:extLst>
                <a:ext uri="{FF2B5EF4-FFF2-40B4-BE49-F238E27FC236}">
                  <a16:creationId xmlns:a16="http://schemas.microsoft.com/office/drawing/2014/main" xmlns="" id="{A4D7E50C-030A-C31C-6F39-D4F341C08A0D}"/>
                </a:ext>
              </a:extLst>
            </p:cNvPr>
            <p:cNvSpPr/>
            <p:nvPr/>
          </p:nvSpPr>
          <p:spPr>
            <a:xfrm>
              <a:off x="-19103" y="123478"/>
              <a:ext cx="2502873" cy="378042"/>
            </a:xfrm>
            <a:custGeom>
              <a:avLst/>
              <a:gdLst>
                <a:gd name="connsiteX0" fmla="*/ 0 w 2422798"/>
                <a:gd name="connsiteY0" fmla="*/ 0 h 504056"/>
                <a:gd name="connsiteX1" fmla="*/ 2422798 w 2422798"/>
                <a:gd name="connsiteY1" fmla="*/ 0 h 504056"/>
                <a:gd name="connsiteX2" fmla="*/ 2422798 w 2422798"/>
                <a:gd name="connsiteY2" fmla="*/ 504056 h 504056"/>
                <a:gd name="connsiteX3" fmla="*/ 0 w 2422798"/>
                <a:gd name="connsiteY3" fmla="*/ 504056 h 504056"/>
                <a:gd name="connsiteX4" fmla="*/ 0 w 2422798"/>
                <a:gd name="connsiteY4" fmla="*/ 0 h 504056"/>
                <a:gd name="connsiteX0-1" fmla="*/ 0 w 2422798"/>
                <a:gd name="connsiteY0-2" fmla="*/ 0 h 504056"/>
                <a:gd name="connsiteX1-3" fmla="*/ 2422798 w 2422798"/>
                <a:gd name="connsiteY1-4" fmla="*/ 0 h 504056"/>
                <a:gd name="connsiteX2-5" fmla="*/ 2123617 w 2422798"/>
                <a:gd name="connsiteY2-6" fmla="*/ 499842 h 504056"/>
                <a:gd name="connsiteX3-7" fmla="*/ 0 w 2422798"/>
                <a:gd name="connsiteY3-8" fmla="*/ 504056 h 504056"/>
                <a:gd name="connsiteX4-9" fmla="*/ 0 w 2422798"/>
                <a:gd name="connsiteY4-10" fmla="*/ 0 h 504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22798" h="504056">
                  <a:moveTo>
                    <a:pt x="0" y="0"/>
                  </a:moveTo>
                  <a:lnTo>
                    <a:pt x="2422798" y="0"/>
                  </a:lnTo>
                  <a:lnTo>
                    <a:pt x="2123617" y="499842"/>
                  </a:lnTo>
                  <a:lnTo>
                    <a:pt x="0" y="504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68579" rIns="137142" bIns="68579" rtlCol="0" anchor="ctr"/>
            <a:lstStyle/>
            <a:p>
              <a:pPr defTabSz="1369154"/>
              <a:r>
                <a:rPr lang="en-US" altLang="zh-CN" sz="4800" b="1" dirty="0">
                  <a:solidFill>
                    <a:prstClr val="white"/>
                  </a:solidFill>
                  <a:latin typeface="Bahnschrift SemiBold SemiConden" pitchFamily="34" charset="0"/>
                </a:rPr>
                <a:t>Digitalized</a:t>
              </a:r>
              <a:endParaRPr lang="en-US" altLang="zh-CN" sz="4800" b="1" dirty="0">
                <a:solidFill>
                  <a:prstClr val="white"/>
                </a:solidFill>
                <a:latin typeface="Bahnschrift SemiBold SemiConden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48928"/>
            <a:ext cx="17602200" cy="8365860"/>
          </a:xfrm>
          <a:prstGeom prst="rect">
            <a:avLst/>
          </a:prstGeom>
        </p:spPr>
      </p:pic>
      <p:pic>
        <p:nvPicPr>
          <p:cNvPr id="8" name="Orange New.png">
            <a:extLst>
              <a:ext uri="{FF2B5EF4-FFF2-40B4-BE49-F238E27FC236}">
                <a16:creationId xmlns:a16="http://schemas.microsoft.com/office/drawing/2014/main" xmlns="" id="{92FCC2B2-908F-4602-9B60-F14B76C1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0298" y="34566"/>
            <a:ext cx="717702" cy="72152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71F952C-6E18-48B5-95E7-F9F4B37D78C4}"/>
              </a:ext>
            </a:extLst>
          </p:cNvPr>
          <p:cNvSpPr txBox="1"/>
          <p:nvPr/>
        </p:nvSpPr>
        <p:spPr>
          <a:xfrm>
            <a:off x="228600" y="794821"/>
            <a:ext cx="17602200" cy="954107"/>
          </a:xfrm>
          <a:prstGeom prst="rect">
            <a:avLst/>
          </a:prstGeom>
          <a:noFill/>
        </p:spPr>
        <p:txBody>
          <a:bodyPr wrap="square" lIns="162000" rIns="162000" rtlCol="0">
            <a:spAutoFit/>
          </a:bodyPr>
          <a:lstStyle/>
          <a:p>
            <a:pPr algn="ctr" fontAlgn="ctr"/>
            <a:r>
              <a:rPr lang="en-US" altLang="zh-CN" sz="2800" b="1" dirty="0">
                <a:solidFill>
                  <a:srgbClr val="000000"/>
                </a:solidFill>
                <a:ea typeface="微软雅黑" panose="020B0503020204020204" pitchFamily="34" charset="-122"/>
              </a:rPr>
              <a:t>Single Page Data Visualization (BI Report)</a:t>
            </a:r>
          </a:p>
          <a:p>
            <a:pPr algn="ctr" fontAlgn="ctr"/>
            <a:r>
              <a:rPr lang="en-US" altLang="zh-CN" sz="2800" b="1" dirty="0">
                <a:solidFill>
                  <a:srgbClr val="000000"/>
                </a:solidFill>
                <a:ea typeface="微软雅黑" panose="020B0503020204020204" pitchFamily="34" charset="-122"/>
              </a:rPr>
              <a:t>(Productivity, Availability, Quality, ME)</a:t>
            </a:r>
            <a:endParaRPr lang="zh-CN" altLang="en-US" sz="2800" b="1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550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2" descr="D:\Mohasin-syed\4.Photos\1.APC Overview\DJI_0003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5460"/>
          <a:stretch/>
        </p:blipFill>
        <p:spPr bwMode="auto">
          <a:xfrm>
            <a:off x="-183607" y="-97620"/>
            <a:ext cx="18544634" cy="1047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-217039" y="-97621"/>
            <a:ext cx="18578066" cy="9682498"/>
          </a:xfrm>
          <a:prstGeom prst="rect">
            <a:avLst/>
          </a:prstGeom>
          <a:solidFill>
            <a:schemeClr val="tx1">
              <a:alpha val="87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40" tIns="91420" rIns="182840" bIns="91420" rtlCol="0" anchor="ctr"/>
          <a:lstStyle/>
          <a:p>
            <a:pPr algn="r" defTabSz="1828350"/>
            <a:endParaRPr lang="en-IN" sz="3600" dirty="0">
              <a:solidFill>
                <a:prstClr val="white"/>
              </a:solidFill>
              <a:latin typeface="Franklin Gothic Book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200203" y="9584879"/>
            <a:ext cx="18607002" cy="77134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40" tIns="91420" rIns="182840" bIns="91420" rtlCol="0" anchor="ctr"/>
          <a:lstStyle/>
          <a:p>
            <a:pPr algn="ctr" defTabSz="1826826"/>
            <a:endParaRPr lang="en-IN" sz="3600">
              <a:solidFill>
                <a:prstClr val="white"/>
              </a:solidFill>
              <a:latin typeface="Bahnschrift SemiBold Condense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896800" y="9586340"/>
            <a:ext cx="5616624" cy="7587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40" tIns="91420" rIns="182840" bIns="91420" rtlCol="0" anchor="ctr"/>
          <a:lstStyle/>
          <a:p>
            <a:pPr algn="ctr" defTabSz="1828350"/>
            <a:endParaRPr lang="en-IN" sz="3600" b="1" dirty="0">
              <a:solidFill>
                <a:prstClr val="white"/>
              </a:solidFill>
              <a:latin typeface="Bahnschrift SemiBold Condensed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3492521"/>
            <a:ext cx="2505468" cy="1934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67" r="27901"/>
          <a:stretch/>
        </p:blipFill>
        <p:spPr bwMode="auto">
          <a:xfrm>
            <a:off x="6705600" y="3137738"/>
            <a:ext cx="2397696" cy="292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5800" y="5639313"/>
            <a:ext cx="10310178" cy="677068"/>
          </a:xfrm>
          <a:prstGeom prst="rect">
            <a:avLst/>
          </a:prstGeom>
          <a:noFill/>
        </p:spPr>
        <p:txBody>
          <a:bodyPr wrap="none" lIns="182840" tIns="91420" rIns="182840" bIns="91420" rtlCol="0">
            <a:spAutoFit/>
          </a:bodyPr>
          <a:lstStyle/>
          <a:p>
            <a:pPr defTabSz="1828486"/>
            <a:r>
              <a:rPr lang="en-IN" sz="3200" spc="600" dirty="0">
                <a:solidFill>
                  <a:prstClr val="white"/>
                </a:solidFill>
                <a:latin typeface="Bahnschrift SemiBold Condensed" pitchFamily="34" charset="0"/>
              </a:rPr>
              <a:t>TO BE THE MOST RELIABLE PARTNER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6216667"/>
            <a:ext cx="9328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293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9_新浪微博：@注龙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宋體+Calibri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ontents Slide Master">
  <a:themeElements>
    <a:clrScheme name="ALLPPT-COLOR-A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7FB7"/>
      </a:accent1>
      <a:accent2>
        <a:srgbClr val="4BACC6"/>
      </a:accent2>
      <a:accent3>
        <a:srgbClr val="45C1A4"/>
      </a:accent3>
      <a:accent4>
        <a:srgbClr val="B9D533"/>
      </a:accent4>
      <a:accent5>
        <a:srgbClr val="8064A2"/>
      </a:accent5>
      <a:accent6>
        <a:srgbClr val="F79646"/>
      </a:accent6>
      <a:hlink>
        <a:srgbClr val="000000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4075</TotalTime>
  <Words>331</Words>
  <Application>Microsoft Office PowerPoint</Application>
  <PresentationFormat>Custom</PresentationFormat>
  <Paragraphs>111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맑은 고딕</vt:lpstr>
      <vt:lpstr>方正黑体简体</vt:lpstr>
      <vt:lpstr>Arial</vt:lpstr>
      <vt:lpstr>Arial Unicode MS</vt:lpstr>
      <vt:lpstr>Calibri</vt:lpstr>
      <vt:lpstr>Algerian</vt:lpstr>
      <vt:lpstr>Bahnschrift SemiBold Condensed</vt:lpstr>
      <vt:lpstr>Times New Roman</vt:lpstr>
      <vt:lpstr>SimSun</vt:lpstr>
      <vt:lpstr>微软雅黑</vt:lpstr>
      <vt:lpstr>Helvetica Light</vt:lpstr>
      <vt:lpstr>Haettenschweiler</vt:lpstr>
      <vt:lpstr>Bahnschrift SemiBold SemiConden</vt:lpstr>
      <vt:lpstr>新細明體</vt:lpstr>
      <vt:lpstr>Franklin Gothic Book</vt:lpstr>
      <vt:lpstr>7_Office Theme</vt:lpstr>
      <vt:lpstr>19_新浪微博：@注龙</vt:lpstr>
      <vt:lpstr>1_Office Theme</vt:lpstr>
      <vt:lpstr>1_Contents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Grey and Neon Green Values Online Class Etiquette Education Presentation</dc:title>
  <dc:creator>prudhvi-m</dc:creator>
  <cp:lastModifiedBy>khaleel-sk</cp:lastModifiedBy>
  <cp:revision>355</cp:revision>
  <dcterms:created xsi:type="dcterms:W3CDTF">2006-08-16T00:00:00Z</dcterms:created>
  <dcterms:modified xsi:type="dcterms:W3CDTF">2023-09-14T05:31:26Z</dcterms:modified>
  <dc:identifier>DAFZq0lMCl0</dc:identifier>
</cp:coreProperties>
</file>