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6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677" r:id="rId2"/>
    <p:sldMasterId id="2147483689" r:id="rId3"/>
    <p:sldMasterId id="2147483825" r:id="rId4"/>
    <p:sldMasterId id="2147483870" r:id="rId5"/>
    <p:sldMasterId id="2147483968" r:id="rId6"/>
    <p:sldMasterId id="2147484010" r:id="rId7"/>
  </p:sldMasterIdLst>
  <p:notesMasterIdLst>
    <p:notesMasterId r:id="rId9"/>
  </p:notesMasterIdLst>
  <p:handoutMasterIdLst>
    <p:handoutMasterId r:id="rId10"/>
  </p:handoutMasterIdLst>
  <p:sldIdLst>
    <p:sldId id="2294" r:id="rId8"/>
  </p:sldIdLst>
  <p:sldSz cx="12192000" cy="6858000"/>
  <p:notesSz cx="9144000" cy="6858000"/>
  <p:defaultTextStyle>
    <a:defPPr>
      <a:defRPr lang="zh-TW"/>
    </a:defPPr>
    <a:lvl1pPr marL="0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6744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3491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0241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6986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3733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0482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197227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3975" algn="l" defTabSz="91349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C65FCE6-7B4D-45DB-A630-DFDE4291BC26}">
          <p14:sldIdLst/>
        </p14:section>
        <p14:section name="APC" id="{181BA472-1239-47DF-9A56-ED5DE5B34E2B}">
          <p14:sldIdLst>
            <p14:sldId id="229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ice-lai(赖思欣)" initials="R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8000"/>
    <a:srgbClr val="6699FF"/>
    <a:srgbClr val="0066FF"/>
    <a:srgbClr val="E9EDF4"/>
    <a:srgbClr val="66FF33"/>
    <a:srgbClr val="CCECFF"/>
    <a:srgbClr val="0033CC"/>
    <a:srgbClr val="00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4" autoAdjust="0"/>
    <p:restoredTop sz="99237" autoAdjust="0"/>
  </p:normalViewPr>
  <p:slideViewPr>
    <p:cSldViewPr snapToGrid="0">
      <p:cViewPr>
        <p:scale>
          <a:sx n="75" d="100"/>
          <a:sy n="75" d="100"/>
        </p:scale>
        <p:origin x="-552" y="-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8C378-5AC3-4A0A-ABA3-6D90376D6732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C8CB8-A1E2-4844-887D-D49ECED300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122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8EBCB-8AE2-40B4-9976-BE2334461C3D}" type="datetimeFigureOut">
              <a:rPr lang="zh-TW" altLang="en-US" smtClean="0"/>
              <a:t>2023/10/19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15495-C5DF-4CB9-A8A5-BBE660A67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85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744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491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241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6986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3733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0482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227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3975" algn="l" defTabSz="9134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92338" y="257175"/>
            <a:ext cx="4759325" cy="2676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864931">
              <a:defRPr/>
            </a:pPr>
            <a:r>
              <a:rPr lang="en-US" dirty="0">
                <a:solidFill>
                  <a:prstClr val="black"/>
                </a:solidFill>
              </a:rPr>
              <a:t>2021 ADIDAS AG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64931">
              <a:defRPr/>
            </a:pPr>
            <a:fld id="{0E76785A-95C7-44FE-A156-91193B40163D}" type="slidenum">
              <a:rPr lang="en-US" smtClean="0">
                <a:solidFill>
                  <a:prstClr val="black"/>
                </a:solidFill>
              </a:rPr>
              <a:pPr defTabSz="864931"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defTabSz="864931">
              <a:defRPr/>
            </a:pPr>
            <a:fld id="{FBA1E25A-A984-4FAD-B77F-E2305AC6BD6F}" type="datetime1">
              <a:rPr lang="en-US" smtClean="0">
                <a:solidFill>
                  <a:prstClr val="black"/>
                </a:solidFill>
              </a:rPr>
              <a:pPr defTabSz="864931">
                <a:defRPr/>
              </a:pPr>
              <a:t>10/19/2023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页眉占位符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864931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27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B6F73-68AE-4ED3-B042-113170328EB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C755-8F5C-44D9-8F28-674B94C0942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91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B6F73-68AE-4ED3-B042-113170328EB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2023/10/19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C755-8F5C-44D9-8F28-674B94C0942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8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A61A802-5AD2-4363-8678-4311CC303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4" y="-1"/>
            <a:ext cx="1217933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3CCCEE-BB18-471D-B0A7-7E46E3084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0673" y="421774"/>
            <a:ext cx="10286541" cy="38094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77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3" y="2131487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13"/>
            <a:ext cx="8534401" cy="17526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0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24530-7838-40B8-B665-5942BB29CD05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860CD-2B03-41F1-969C-CDA3963CF9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38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>
            <a:cxnSpLocks/>
          </p:cNvCxnSpPr>
          <p:nvPr userDrawn="1"/>
        </p:nvCxnSpPr>
        <p:spPr>
          <a:xfrm>
            <a:off x="91017" y="596900"/>
            <a:ext cx="12054416" cy="0"/>
          </a:xfrm>
          <a:prstGeom prst="line">
            <a:avLst/>
          </a:prstGeom>
          <a:ln w="9525">
            <a:solidFill>
              <a:srgbClr val="D778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2400"/>
          <p:cNvSpPr>
            <a:spLocks noChangeArrowheads="1"/>
          </p:cNvSpPr>
          <p:nvPr userDrawn="1"/>
        </p:nvSpPr>
        <p:spPr bwMode="auto">
          <a:xfrm>
            <a:off x="10056299" y="6405033"/>
            <a:ext cx="2087033" cy="347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80003" tIns="80003" rIns="80003" bIns="80003">
            <a:spAutoFit/>
          </a:bodyPr>
          <a:lstStyle>
            <a:lvl1pPr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dirty="0">
                <a:solidFill>
                  <a:srgbClr val="FF9300"/>
                </a:solidFill>
                <a:sym typeface="Helvetica Light"/>
              </a:rPr>
              <a:t>To be the most reliable partner</a:t>
            </a: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7218" y="67737"/>
            <a:ext cx="450849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67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8" y="4406915"/>
            <a:ext cx="10363200" cy="1363133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8" y="2906185"/>
            <a:ext cx="10363200" cy="1500716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08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17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725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63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54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452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360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269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FE7154-366C-499E-9846-3D64F00DC322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1D7C7-5954-4D99-80A5-5330C6CD052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46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15"/>
            <a:ext cx="5384800" cy="4525433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15"/>
            <a:ext cx="5384800" cy="4525433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29516-305E-41F9-B609-1008D0F6175F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C51AE-9C20-4434-8E20-2D09DD039A4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15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4599"/>
            <a:ext cx="5386916" cy="641349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609089" indent="0">
              <a:buNone/>
              <a:defRPr sz="2700" b="1"/>
            </a:lvl2pPr>
            <a:lvl3pPr marL="1218175" indent="0">
              <a:buNone/>
              <a:defRPr sz="2400" b="1"/>
            </a:lvl3pPr>
            <a:lvl4pPr marL="1827259" indent="0">
              <a:buNone/>
              <a:defRPr sz="2100" b="1"/>
            </a:lvl4pPr>
            <a:lvl5pPr marL="2436347" indent="0">
              <a:buNone/>
              <a:defRPr sz="2100" b="1"/>
            </a:lvl5pPr>
            <a:lvl6pPr marL="3045430" indent="0">
              <a:buNone/>
              <a:defRPr sz="2100" b="1"/>
            </a:lvl6pPr>
            <a:lvl7pPr marL="3654523" indent="0">
              <a:buNone/>
              <a:defRPr sz="2100" b="1"/>
            </a:lvl7pPr>
            <a:lvl8pPr marL="4263609" indent="0">
              <a:buNone/>
              <a:defRPr sz="2100" b="1"/>
            </a:lvl8pPr>
            <a:lvl9pPr marL="4872694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5937"/>
            <a:ext cx="5386916" cy="3949700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1" y="1534599"/>
            <a:ext cx="5389033" cy="641349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609089" indent="0">
              <a:buNone/>
              <a:defRPr sz="2700" b="1"/>
            </a:lvl2pPr>
            <a:lvl3pPr marL="1218175" indent="0">
              <a:buNone/>
              <a:defRPr sz="2400" b="1"/>
            </a:lvl3pPr>
            <a:lvl4pPr marL="1827259" indent="0">
              <a:buNone/>
              <a:defRPr sz="2100" b="1"/>
            </a:lvl4pPr>
            <a:lvl5pPr marL="2436347" indent="0">
              <a:buNone/>
              <a:defRPr sz="2100" b="1"/>
            </a:lvl5pPr>
            <a:lvl6pPr marL="3045430" indent="0">
              <a:buNone/>
              <a:defRPr sz="2100" b="1"/>
            </a:lvl6pPr>
            <a:lvl7pPr marL="3654523" indent="0">
              <a:buNone/>
              <a:defRPr sz="2100" b="1"/>
            </a:lvl7pPr>
            <a:lvl8pPr marL="4263609" indent="0">
              <a:buNone/>
              <a:defRPr sz="2100" b="1"/>
            </a:lvl8pPr>
            <a:lvl9pPr marL="4872694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1" y="2175937"/>
            <a:ext cx="5389033" cy="3949700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C09515-7087-4BD4-A001-2EAF1098A40C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85E22-FEFD-4C47-A4FA-78898DCFB41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5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9D401-1625-4225-9261-75C6C3A93CEF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565DDB-2CD4-4399-AA08-B187E664C45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58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E6A35F-5615-4B80-98C5-2A4C5E3FA64A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57EE0-107B-43A4-ADCF-5BF0DA52A36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529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5"/>
            <a:ext cx="6815667" cy="5852583"/>
          </a:xfrm>
        </p:spPr>
        <p:txBody>
          <a:bodyPr/>
          <a:lstStyle>
            <a:lvl1pPr>
              <a:defRPr sz="4400"/>
            </a:lvl1pPr>
            <a:lvl2pPr>
              <a:defRPr sz="37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900"/>
            </a:lvl1pPr>
            <a:lvl2pPr marL="609089" indent="0">
              <a:buNone/>
              <a:defRPr sz="1600"/>
            </a:lvl2pPr>
            <a:lvl3pPr marL="1218175" indent="0">
              <a:buNone/>
              <a:defRPr sz="1300"/>
            </a:lvl3pPr>
            <a:lvl4pPr marL="1827259" indent="0">
              <a:buNone/>
              <a:defRPr sz="1200"/>
            </a:lvl4pPr>
            <a:lvl5pPr marL="2436347" indent="0">
              <a:buNone/>
              <a:defRPr sz="1200"/>
            </a:lvl5pPr>
            <a:lvl6pPr marL="3045430" indent="0">
              <a:buNone/>
              <a:defRPr sz="1200"/>
            </a:lvl6pPr>
            <a:lvl7pPr marL="3654523" indent="0">
              <a:buNone/>
              <a:defRPr sz="1200"/>
            </a:lvl7pPr>
            <a:lvl8pPr marL="4263609" indent="0">
              <a:buNone/>
              <a:defRPr sz="1200"/>
            </a:lvl8pPr>
            <a:lvl9pPr marL="487269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47BF9-B8C6-4BEC-B0F4-3CC14FB1EFEB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742EF6-F3E9-4877-B4F7-108C1BE63E0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72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0"/>
            <a:ext cx="7315200" cy="567267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3833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400"/>
            </a:lvl1pPr>
            <a:lvl2pPr marL="609089" indent="0">
              <a:buNone/>
              <a:defRPr sz="3700"/>
            </a:lvl2pPr>
            <a:lvl3pPr marL="1218175" indent="0">
              <a:buNone/>
              <a:defRPr sz="3100"/>
            </a:lvl3pPr>
            <a:lvl4pPr marL="1827259" indent="0">
              <a:buNone/>
              <a:defRPr sz="2700"/>
            </a:lvl4pPr>
            <a:lvl5pPr marL="2436347" indent="0">
              <a:buNone/>
              <a:defRPr sz="2700"/>
            </a:lvl5pPr>
            <a:lvl6pPr marL="3045430" indent="0">
              <a:buNone/>
              <a:defRPr sz="2700"/>
            </a:lvl6pPr>
            <a:lvl7pPr marL="3654523" indent="0">
              <a:buNone/>
              <a:defRPr sz="2700"/>
            </a:lvl7pPr>
            <a:lvl8pPr marL="4263609" indent="0">
              <a:buNone/>
              <a:defRPr sz="2700"/>
            </a:lvl8pPr>
            <a:lvl9pPr marL="4872694" indent="0">
              <a:buNone/>
              <a:defRPr sz="27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867"/>
            <a:ext cx="7315200" cy="804333"/>
          </a:xfrm>
        </p:spPr>
        <p:txBody>
          <a:bodyPr/>
          <a:lstStyle>
            <a:lvl1pPr marL="0" indent="0">
              <a:buNone/>
              <a:defRPr sz="1900"/>
            </a:lvl1pPr>
            <a:lvl2pPr marL="609089" indent="0">
              <a:buNone/>
              <a:defRPr sz="1600"/>
            </a:lvl2pPr>
            <a:lvl3pPr marL="1218175" indent="0">
              <a:buNone/>
              <a:defRPr sz="1300"/>
            </a:lvl3pPr>
            <a:lvl4pPr marL="1827259" indent="0">
              <a:buNone/>
              <a:defRPr sz="1200"/>
            </a:lvl4pPr>
            <a:lvl5pPr marL="2436347" indent="0">
              <a:buNone/>
              <a:defRPr sz="1200"/>
            </a:lvl5pPr>
            <a:lvl6pPr marL="3045430" indent="0">
              <a:buNone/>
              <a:defRPr sz="1200"/>
            </a:lvl6pPr>
            <a:lvl7pPr marL="3654523" indent="0">
              <a:buNone/>
              <a:defRPr sz="1200"/>
            </a:lvl7pPr>
            <a:lvl8pPr marL="4263609" indent="0">
              <a:buNone/>
              <a:defRPr sz="1200"/>
            </a:lvl8pPr>
            <a:lvl9pPr marL="487269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174B96-21BD-4945-B4C7-33A97A10571E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902C3-E437-4BD7-B2E7-4D42148D4A5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266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24E53A-9982-4F82-A31F-F886C765B3FE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31BAB-A198-4915-B534-96F550EDE0E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097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3" y="275171"/>
            <a:ext cx="2743200" cy="58504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14" y="275171"/>
            <a:ext cx="8026399" cy="58504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1DACBD-1AE5-41DB-8EF7-B00202EC9CF9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1D272B-052D-4EDC-9DFE-6EA41188335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144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ager /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A61A802-5AD2-4363-8678-4311CC303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6" y="-1"/>
            <a:ext cx="12179339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87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A61A802-5AD2-4363-8678-4311CC303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6" y="-1"/>
            <a:ext cx="12179339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61585DF-DB2D-41BB-8CB3-1B63AF866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52172" y="745578"/>
            <a:ext cx="10286541" cy="380942"/>
          </a:xfrm>
        </p:spPr>
        <p:txBody>
          <a:bodyPr anchor="ctr"/>
          <a:lstStyle>
            <a:lvl1pPr>
              <a:defRPr kumimoji="0" lang="en-US" sz="3100" b="0" i="0" u="none" strike="noStrike" kern="1200" cap="all" spc="25" normalizeH="0" baseline="0" dirty="0">
                <a:ln>
                  <a:noFill/>
                </a:ln>
                <a:solidFill>
                  <a:srgbClr val="416418"/>
                </a:solidFill>
                <a:effectLst/>
                <a:uLnTx/>
                <a:uFillTx/>
                <a:latin typeface="Agency FB"/>
                <a:ea typeface="微软雅黑"/>
                <a:cs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258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3CCCEE-BB18-471D-B0A7-7E46E3084CD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48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ager /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A61A802-5AD2-4363-8678-4311CC303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2" y="-1"/>
            <a:ext cx="12179339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5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A61A802-5AD2-4363-8678-4311CC303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2" y="-1"/>
            <a:ext cx="12179339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61585DF-DB2D-41BB-8CB3-1B63AF866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52172" y="745575"/>
            <a:ext cx="10286541" cy="380942"/>
          </a:xfrm>
        </p:spPr>
        <p:txBody>
          <a:bodyPr anchor="ctr"/>
          <a:lstStyle>
            <a:lvl1pPr>
              <a:defRPr kumimoji="0" lang="en-US" sz="3100" b="0" i="0" u="none" strike="noStrike" kern="1200" cap="all" spc="25" normalizeH="0" baseline="0" dirty="0">
                <a:ln>
                  <a:noFill/>
                </a:ln>
                <a:solidFill>
                  <a:srgbClr val="416418"/>
                </a:solidFill>
                <a:effectLst/>
                <a:uLnTx/>
                <a:uFillTx/>
                <a:latin typeface="Agency FB"/>
                <a:ea typeface="微软雅黑"/>
                <a:cs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893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3CCCEE-BB18-471D-B0A7-7E46E3084CD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15E831-C8B3-4704-86AB-44337EEE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D24E61D6-687D-4A23-AF72-D48032337F7A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16CEE4-4727-4058-A0A0-43F7DEA0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>
              <a:defRPr/>
            </a:pPr>
            <a:r>
              <a:rPr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8BE99E7-3046-4107-A593-19BA37D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23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ompa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1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142543" y="1143088"/>
            <a:ext cx="6477197" cy="2666509"/>
          </a:xfrm>
        </p:spPr>
        <p:txBody>
          <a:bodyPr tIns="0" bIns="190470" anchor="b"/>
          <a:lstStyle>
            <a:lvl1pPr>
              <a:lnSpc>
                <a:spcPct val="75000"/>
              </a:lnSpc>
              <a:defRPr sz="6300" b="1" i="0" spc="25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7pPr>
            <a:lvl8pPr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8pPr>
            <a:lvl9pPr algn="l">
              <a:lnSpc>
                <a:spcPct val="75000"/>
              </a:lnSpc>
              <a:defRPr sz="6300" b="1" spc="25" baseline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Title of your presentation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2543" y="3809597"/>
            <a:ext cx="4191411" cy="762233"/>
          </a:xfrm>
        </p:spPr>
        <p:txBody>
          <a:bodyPr tIns="0" anchor="t" anchorCtr="0"/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i="0" cap="all" spc="25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5" baseline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8" name="Text Placeholder 7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953677" y="4936797"/>
            <a:ext cx="1714603" cy="398825"/>
          </a:xfrm>
          <a:custGeom>
            <a:avLst/>
            <a:gdLst>
              <a:gd name="connsiteX0" fmla="*/ 962020 w 1295999"/>
              <a:gd name="connsiteY0" fmla="*/ 123589 h 301519"/>
              <a:gd name="connsiteX1" fmla="*/ 899264 w 1295999"/>
              <a:gd name="connsiteY1" fmla="*/ 187067 h 301519"/>
              <a:gd name="connsiteX2" fmla="*/ 962020 w 1295999"/>
              <a:gd name="connsiteY2" fmla="*/ 250545 h 301519"/>
              <a:gd name="connsiteX3" fmla="*/ 1024776 w 1295999"/>
              <a:gd name="connsiteY3" fmla="*/ 187067 h 301519"/>
              <a:gd name="connsiteX4" fmla="*/ 962020 w 1295999"/>
              <a:gd name="connsiteY4" fmla="*/ 123589 h 301519"/>
              <a:gd name="connsiteX5" fmla="*/ 706668 w 1295999"/>
              <a:gd name="connsiteY5" fmla="*/ 123589 h 301519"/>
              <a:gd name="connsiteX6" fmla="*/ 644392 w 1295999"/>
              <a:gd name="connsiteY6" fmla="*/ 187067 h 301519"/>
              <a:gd name="connsiteX7" fmla="*/ 706668 w 1295999"/>
              <a:gd name="connsiteY7" fmla="*/ 250545 h 301519"/>
              <a:gd name="connsiteX8" fmla="*/ 768944 w 1295999"/>
              <a:gd name="connsiteY8" fmla="*/ 187067 h 301519"/>
              <a:gd name="connsiteX9" fmla="*/ 706668 w 1295999"/>
              <a:gd name="connsiteY9" fmla="*/ 123589 h 301519"/>
              <a:gd name="connsiteX10" fmla="*/ 370526 w 1295999"/>
              <a:gd name="connsiteY10" fmla="*/ 123589 h 301519"/>
              <a:gd name="connsiteX11" fmla="*/ 308250 w 1295999"/>
              <a:gd name="connsiteY11" fmla="*/ 187067 h 301519"/>
              <a:gd name="connsiteX12" fmla="*/ 370526 w 1295999"/>
              <a:gd name="connsiteY12" fmla="*/ 250545 h 301519"/>
              <a:gd name="connsiteX13" fmla="*/ 432802 w 1295999"/>
              <a:gd name="connsiteY13" fmla="*/ 187067 h 301519"/>
              <a:gd name="connsiteX14" fmla="*/ 370526 w 1295999"/>
              <a:gd name="connsiteY14" fmla="*/ 123589 h 301519"/>
              <a:gd name="connsiteX15" fmla="*/ 115172 w 1295999"/>
              <a:gd name="connsiteY15" fmla="*/ 123589 h 301519"/>
              <a:gd name="connsiteX16" fmla="*/ 52416 w 1295999"/>
              <a:gd name="connsiteY16" fmla="*/ 187067 h 301519"/>
              <a:gd name="connsiteX17" fmla="*/ 115172 w 1295999"/>
              <a:gd name="connsiteY17" fmla="*/ 250545 h 301519"/>
              <a:gd name="connsiteX18" fmla="*/ 177928 w 1295999"/>
              <a:gd name="connsiteY18" fmla="*/ 187067 h 301519"/>
              <a:gd name="connsiteX19" fmla="*/ 115172 w 1295999"/>
              <a:gd name="connsiteY19" fmla="*/ 123589 h 301519"/>
              <a:gd name="connsiteX20" fmla="*/ 514071 w 1295999"/>
              <a:gd name="connsiteY20" fmla="*/ 75019 h 301519"/>
              <a:gd name="connsiteX21" fmla="*/ 568893 w 1295999"/>
              <a:gd name="connsiteY21" fmla="*/ 75019 h 301519"/>
              <a:gd name="connsiteX22" fmla="*/ 568893 w 1295999"/>
              <a:gd name="connsiteY22" fmla="*/ 296710 h 301519"/>
              <a:gd name="connsiteX23" fmla="*/ 514071 w 1295999"/>
              <a:gd name="connsiteY23" fmla="*/ 296710 h 301519"/>
              <a:gd name="connsiteX24" fmla="*/ 1194227 w 1295999"/>
              <a:gd name="connsiteY24" fmla="*/ 72615 h 301519"/>
              <a:gd name="connsiteX25" fmla="*/ 1287995 w 1295999"/>
              <a:gd name="connsiteY25" fmla="*/ 145448 h 301519"/>
              <a:gd name="connsiteX26" fmla="*/ 1231963 w 1295999"/>
              <a:gd name="connsiteY26" fmla="*/ 145448 h 301519"/>
              <a:gd name="connsiteX27" fmla="*/ 1193083 w 1295999"/>
              <a:gd name="connsiteY27" fmla="*/ 114234 h 301519"/>
              <a:gd name="connsiteX28" fmla="*/ 1158778 w 1295999"/>
              <a:gd name="connsiteY28" fmla="*/ 136200 h 301519"/>
              <a:gd name="connsiteX29" fmla="*/ 1196514 w 1295999"/>
              <a:gd name="connsiteY29" fmla="*/ 158165 h 301519"/>
              <a:gd name="connsiteX30" fmla="*/ 1231963 w 1295999"/>
              <a:gd name="connsiteY30" fmla="*/ 165102 h 301519"/>
              <a:gd name="connsiteX31" fmla="*/ 1295999 w 1295999"/>
              <a:gd name="connsiteY31" fmla="*/ 228686 h 301519"/>
              <a:gd name="connsiteX32" fmla="*/ 1201088 w 1295999"/>
              <a:gd name="connsiteY32" fmla="*/ 301519 h 301519"/>
              <a:gd name="connsiteX33" fmla="*/ 1099315 w 1295999"/>
              <a:gd name="connsiteY33" fmla="*/ 225218 h 301519"/>
              <a:gd name="connsiteX34" fmla="*/ 1154204 w 1295999"/>
              <a:gd name="connsiteY34" fmla="*/ 225218 h 301519"/>
              <a:gd name="connsiteX35" fmla="*/ 1202231 w 1295999"/>
              <a:gd name="connsiteY35" fmla="*/ 259900 h 301519"/>
              <a:gd name="connsiteX36" fmla="*/ 1237680 w 1295999"/>
              <a:gd name="connsiteY36" fmla="*/ 237935 h 301519"/>
              <a:gd name="connsiteX37" fmla="*/ 1207949 w 1295999"/>
              <a:gd name="connsiteY37" fmla="*/ 215969 h 301519"/>
              <a:gd name="connsiteX38" fmla="*/ 1179361 w 1295999"/>
              <a:gd name="connsiteY38" fmla="*/ 210189 h 301519"/>
              <a:gd name="connsiteX39" fmla="*/ 1103889 w 1295999"/>
              <a:gd name="connsiteY39" fmla="*/ 145448 h 301519"/>
              <a:gd name="connsiteX40" fmla="*/ 1194227 w 1295999"/>
              <a:gd name="connsiteY40" fmla="*/ 72615 h 301519"/>
              <a:gd name="connsiteX41" fmla="*/ 959735 w 1295999"/>
              <a:gd name="connsiteY41" fmla="*/ 72615 h 301519"/>
              <a:gd name="connsiteX42" fmla="*/ 1023759 w 1295999"/>
              <a:gd name="connsiteY42" fmla="*/ 93425 h 301519"/>
              <a:gd name="connsiteX43" fmla="*/ 1023759 w 1295999"/>
              <a:gd name="connsiteY43" fmla="*/ 74927 h 301519"/>
              <a:gd name="connsiteX44" fmla="*/ 1078637 w 1295999"/>
              <a:gd name="connsiteY44" fmla="*/ 74927 h 301519"/>
              <a:gd name="connsiteX45" fmla="*/ 1078637 w 1295999"/>
              <a:gd name="connsiteY45" fmla="*/ 296895 h 301519"/>
              <a:gd name="connsiteX46" fmla="*/ 1023759 w 1295999"/>
              <a:gd name="connsiteY46" fmla="*/ 296895 h 301519"/>
              <a:gd name="connsiteX47" fmla="*/ 1023759 w 1295999"/>
              <a:gd name="connsiteY47" fmla="*/ 281866 h 301519"/>
              <a:gd name="connsiteX48" fmla="*/ 959735 w 1295999"/>
              <a:gd name="connsiteY48" fmla="*/ 301519 h 301519"/>
              <a:gd name="connsiteX49" fmla="*/ 845405 w 1295999"/>
              <a:gd name="connsiteY49" fmla="*/ 187067 h 301519"/>
              <a:gd name="connsiteX50" fmla="*/ 959735 w 1295999"/>
              <a:gd name="connsiteY50" fmla="*/ 72615 h 301519"/>
              <a:gd name="connsiteX51" fmla="*/ 113040 w 1295999"/>
              <a:gd name="connsiteY51" fmla="*/ 72615 h 301519"/>
              <a:gd name="connsiteX52" fmla="*/ 178124 w 1295999"/>
              <a:gd name="connsiteY52" fmla="*/ 93425 h 301519"/>
              <a:gd name="connsiteX53" fmla="*/ 178124 w 1295999"/>
              <a:gd name="connsiteY53" fmla="*/ 74927 h 301519"/>
              <a:gd name="connsiteX54" fmla="*/ 231789 w 1295999"/>
              <a:gd name="connsiteY54" fmla="*/ 74927 h 301519"/>
              <a:gd name="connsiteX55" fmla="*/ 231789 w 1295999"/>
              <a:gd name="connsiteY55" fmla="*/ 296895 h 301519"/>
              <a:gd name="connsiteX56" fmla="*/ 178124 w 1295999"/>
              <a:gd name="connsiteY56" fmla="*/ 296895 h 301519"/>
              <a:gd name="connsiteX57" fmla="*/ 178124 w 1295999"/>
              <a:gd name="connsiteY57" fmla="*/ 281866 h 301519"/>
              <a:gd name="connsiteX58" fmla="*/ 113040 w 1295999"/>
              <a:gd name="connsiteY58" fmla="*/ 301519 h 301519"/>
              <a:gd name="connsiteX59" fmla="*/ 0 w 1295999"/>
              <a:gd name="connsiteY59" fmla="*/ 187067 h 301519"/>
              <a:gd name="connsiteX60" fmla="*/ 113040 w 1295999"/>
              <a:gd name="connsiteY60" fmla="*/ 72615 h 301519"/>
              <a:gd name="connsiteX61" fmla="*/ 768887 w 1295999"/>
              <a:gd name="connsiteY61" fmla="*/ 0 h 301519"/>
              <a:gd name="connsiteX62" fmla="*/ 823765 w 1295999"/>
              <a:gd name="connsiteY62" fmla="*/ 0 h 301519"/>
              <a:gd name="connsiteX63" fmla="*/ 823765 w 1295999"/>
              <a:gd name="connsiteY63" fmla="*/ 296898 h 301519"/>
              <a:gd name="connsiteX64" fmla="*/ 768887 w 1295999"/>
              <a:gd name="connsiteY64" fmla="*/ 296898 h 301519"/>
              <a:gd name="connsiteX65" fmla="*/ 768887 w 1295999"/>
              <a:gd name="connsiteY65" fmla="*/ 281880 h 301519"/>
              <a:gd name="connsiteX66" fmla="*/ 703719 w 1295999"/>
              <a:gd name="connsiteY66" fmla="*/ 301519 h 301519"/>
              <a:gd name="connsiteX67" fmla="*/ 590533 w 1295999"/>
              <a:gd name="connsiteY67" fmla="*/ 187150 h 301519"/>
              <a:gd name="connsiteX68" fmla="*/ 703719 w 1295999"/>
              <a:gd name="connsiteY68" fmla="*/ 72781 h 301519"/>
              <a:gd name="connsiteX69" fmla="*/ 768887 w 1295999"/>
              <a:gd name="connsiteY69" fmla="*/ 93575 h 301519"/>
              <a:gd name="connsiteX70" fmla="*/ 768887 w 1295999"/>
              <a:gd name="connsiteY70" fmla="*/ 0 h 301519"/>
              <a:gd name="connsiteX71" fmla="*/ 514071 w 1295999"/>
              <a:gd name="connsiteY71" fmla="*/ 0 h 301519"/>
              <a:gd name="connsiteX72" fmla="*/ 568893 w 1295999"/>
              <a:gd name="connsiteY72" fmla="*/ 0 h 301519"/>
              <a:gd name="connsiteX73" fmla="*/ 568893 w 1295999"/>
              <a:gd name="connsiteY73" fmla="*/ 55303 h 301519"/>
              <a:gd name="connsiteX74" fmla="*/ 514071 w 1295999"/>
              <a:gd name="connsiteY74" fmla="*/ 55303 h 301519"/>
              <a:gd name="connsiteX75" fmla="*/ 432857 w 1295999"/>
              <a:gd name="connsiteY75" fmla="*/ 0 h 301519"/>
              <a:gd name="connsiteX76" fmla="*/ 487622 w 1295999"/>
              <a:gd name="connsiteY76" fmla="*/ 0 h 301519"/>
              <a:gd name="connsiteX77" fmla="*/ 487622 w 1295999"/>
              <a:gd name="connsiteY77" fmla="*/ 296898 h 301519"/>
              <a:gd name="connsiteX78" fmla="*/ 432857 w 1295999"/>
              <a:gd name="connsiteY78" fmla="*/ 296898 h 301519"/>
              <a:gd name="connsiteX79" fmla="*/ 432857 w 1295999"/>
              <a:gd name="connsiteY79" fmla="*/ 281880 h 301519"/>
              <a:gd name="connsiteX80" fmla="*/ 367824 w 1295999"/>
              <a:gd name="connsiteY80" fmla="*/ 301519 h 301519"/>
              <a:gd name="connsiteX81" fmla="*/ 254871 w 1295999"/>
              <a:gd name="connsiteY81" fmla="*/ 187150 h 301519"/>
              <a:gd name="connsiteX82" fmla="*/ 367824 w 1295999"/>
              <a:gd name="connsiteY82" fmla="*/ 72781 h 301519"/>
              <a:gd name="connsiteX83" fmla="*/ 432857 w 1295999"/>
              <a:gd name="connsiteY83" fmla="*/ 93575 h 301519"/>
              <a:gd name="connsiteX84" fmla="*/ 432857 w 1295999"/>
              <a:gd name="connsiteY84" fmla="*/ 0 h 30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295999" h="301519">
                <a:moveTo>
                  <a:pt x="962020" y="123589"/>
                </a:moveTo>
                <a:cubicBezTo>
                  <a:pt x="927361" y="123589"/>
                  <a:pt x="899264" y="152009"/>
                  <a:pt x="899264" y="187067"/>
                </a:cubicBezTo>
                <a:cubicBezTo>
                  <a:pt x="899264" y="222125"/>
                  <a:pt x="927361" y="250545"/>
                  <a:pt x="962020" y="250545"/>
                </a:cubicBezTo>
                <a:cubicBezTo>
                  <a:pt x="996679" y="250545"/>
                  <a:pt x="1024776" y="222125"/>
                  <a:pt x="1024776" y="187067"/>
                </a:cubicBezTo>
                <a:cubicBezTo>
                  <a:pt x="1024776" y="152009"/>
                  <a:pt x="996679" y="123589"/>
                  <a:pt x="962020" y="123589"/>
                </a:cubicBezTo>
                <a:close/>
                <a:moveTo>
                  <a:pt x="706668" y="123589"/>
                </a:moveTo>
                <a:cubicBezTo>
                  <a:pt x="672274" y="123589"/>
                  <a:pt x="644392" y="152009"/>
                  <a:pt x="644392" y="187067"/>
                </a:cubicBezTo>
                <a:cubicBezTo>
                  <a:pt x="644392" y="222125"/>
                  <a:pt x="672274" y="250545"/>
                  <a:pt x="706668" y="250545"/>
                </a:cubicBezTo>
                <a:cubicBezTo>
                  <a:pt x="741062" y="250545"/>
                  <a:pt x="768944" y="222125"/>
                  <a:pt x="768944" y="187067"/>
                </a:cubicBezTo>
                <a:cubicBezTo>
                  <a:pt x="768944" y="152009"/>
                  <a:pt x="741062" y="123589"/>
                  <a:pt x="706668" y="123589"/>
                </a:cubicBezTo>
                <a:close/>
                <a:moveTo>
                  <a:pt x="370526" y="123589"/>
                </a:moveTo>
                <a:cubicBezTo>
                  <a:pt x="336132" y="123589"/>
                  <a:pt x="308250" y="152009"/>
                  <a:pt x="308250" y="187067"/>
                </a:cubicBezTo>
                <a:cubicBezTo>
                  <a:pt x="308250" y="222125"/>
                  <a:pt x="336132" y="250545"/>
                  <a:pt x="370526" y="250545"/>
                </a:cubicBezTo>
                <a:cubicBezTo>
                  <a:pt x="404920" y="250545"/>
                  <a:pt x="432802" y="222125"/>
                  <a:pt x="432802" y="187067"/>
                </a:cubicBezTo>
                <a:cubicBezTo>
                  <a:pt x="432802" y="152009"/>
                  <a:pt x="404920" y="123589"/>
                  <a:pt x="370526" y="123589"/>
                </a:cubicBezTo>
                <a:close/>
                <a:moveTo>
                  <a:pt x="115172" y="123589"/>
                </a:moveTo>
                <a:cubicBezTo>
                  <a:pt x="80513" y="123589"/>
                  <a:pt x="52416" y="152009"/>
                  <a:pt x="52416" y="187067"/>
                </a:cubicBezTo>
                <a:cubicBezTo>
                  <a:pt x="52416" y="222125"/>
                  <a:pt x="80513" y="250545"/>
                  <a:pt x="115172" y="250545"/>
                </a:cubicBezTo>
                <a:cubicBezTo>
                  <a:pt x="149831" y="250545"/>
                  <a:pt x="177928" y="222125"/>
                  <a:pt x="177928" y="187067"/>
                </a:cubicBezTo>
                <a:cubicBezTo>
                  <a:pt x="177928" y="152009"/>
                  <a:pt x="149831" y="123589"/>
                  <a:pt x="115172" y="123589"/>
                </a:cubicBezTo>
                <a:close/>
                <a:moveTo>
                  <a:pt x="514071" y="75019"/>
                </a:moveTo>
                <a:lnTo>
                  <a:pt x="568893" y="75019"/>
                </a:lnTo>
                <a:lnTo>
                  <a:pt x="568893" y="296710"/>
                </a:lnTo>
                <a:lnTo>
                  <a:pt x="514071" y="296710"/>
                </a:lnTo>
                <a:close/>
                <a:moveTo>
                  <a:pt x="1194227" y="72615"/>
                </a:moveTo>
                <a:cubicBezTo>
                  <a:pt x="1250259" y="72615"/>
                  <a:pt x="1284564" y="101517"/>
                  <a:pt x="1287995" y="145448"/>
                </a:cubicBezTo>
                <a:cubicBezTo>
                  <a:pt x="1287995" y="145448"/>
                  <a:pt x="1287995" y="145448"/>
                  <a:pt x="1231963" y="145448"/>
                </a:cubicBezTo>
                <a:cubicBezTo>
                  <a:pt x="1231963" y="128107"/>
                  <a:pt x="1220527" y="114234"/>
                  <a:pt x="1193083" y="114234"/>
                </a:cubicBezTo>
                <a:cubicBezTo>
                  <a:pt x="1173644" y="114234"/>
                  <a:pt x="1158778" y="121171"/>
                  <a:pt x="1158778" y="136200"/>
                </a:cubicBezTo>
                <a:cubicBezTo>
                  <a:pt x="1158778" y="148916"/>
                  <a:pt x="1174787" y="153541"/>
                  <a:pt x="1196514" y="158165"/>
                </a:cubicBezTo>
                <a:cubicBezTo>
                  <a:pt x="1196514" y="158165"/>
                  <a:pt x="1196514" y="158165"/>
                  <a:pt x="1231963" y="165102"/>
                </a:cubicBezTo>
                <a:cubicBezTo>
                  <a:pt x="1276560" y="173194"/>
                  <a:pt x="1295999" y="194004"/>
                  <a:pt x="1295999" y="228686"/>
                </a:cubicBezTo>
                <a:cubicBezTo>
                  <a:pt x="1295999" y="278398"/>
                  <a:pt x="1253689" y="301519"/>
                  <a:pt x="1201088" y="301519"/>
                </a:cubicBezTo>
                <a:cubicBezTo>
                  <a:pt x="1138195" y="301519"/>
                  <a:pt x="1100459" y="270305"/>
                  <a:pt x="1099315" y="225218"/>
                </a:cubicBezTo>
                <a:cubicBezTo>
                  <a:pt x="1099315" y="225218"/>
                  <a:pt x="1099315" y="225218"/>
                  <a:pt x="1154204" y="225218"/>
                </a:cubicBezTo>
                <a:cubicBezTo>
                  <a:pt x="1155347" y="241403"/>
                  <a:pt x="1166782" y="259900"/>
                  <a:pt x="1202231" y="259900"/>
                </a:cubicBezTo>
                <a:cubicBezTo>
                  <a:pt x="1227389" y="259900"/>
                  <a:pt x="1237680" y="248339"/>
                  <a:pt x="1237680" y="237935"/>
                </a:cubicBezTo>
                <a:cubicBezTo>
                  <a:pt x="1237680" y="226374"/>
                  <a:pt x="1228532" y="219437"/>
                  <a:pt x="1207949" y="215969"/>
                </a:cubicBezTo>
                <a:cubicBezTo>
                  <a:pt x="1207949" y="215969"/>
                  <a:pt x="1207949" y="215969"/>
                  <a:pt x="1179361" y="210189"/>
                </a:cubicBezTo>
                <a:cubicBezTo>
                  <a:pt x="1143912" y="204408"/>
                  <a:pt x="1103889" y="196316"/>
                  <a:pt x="1103889" y="145448"/>
                </a:cubicBezTo>
                <a:cubicBezTo>
                  <a:pt x="1103889" y="103829"/>
                  <a:pt x="1137051" y="72615"/>
                  <a:pt x="1194227" y="72615"/>
                </a:cubicBezTo>
                <a:close/>
                <a:moveTo>
                  <a:pt x="959735" y="72615"/>
                </a:moveTo>
                <a:cubicBezTo>
                  <a:pt x="983744" y="72615"/>
                  <a:pt x="1005466" y="79552"/>
                  <a:pt x="1023759" y="93425"/>
                </a:cubicBezTo>
                <a:cubicBezTo>
                  <a:pt x="1023759" y="93425"/>
                  <a:pt x="1023759" y="93425"/>
                  <a:pt x="1023759" y="74927"/>
                </a:cubicBezTo>
                <a:cubicBezTo>
                  <a:pt x="1023759" y="74927"/>
                  <a:pt x="1023759" y="74927"/>
                  <a:pt x="1078637" y="74927"/>
                </a:cubicBezTo>
                <a:cubicBezTo>
                  <a:pt x="1078637" y="74927"/>
                  <a:pt x="1078637" y="74927"/>
                  <a:pt x="1078637" y="296895"/>
                </a:cubicBezTo>
                <a:cubicBezTo>
                  <a:pt x="1078637" y="296895"/>
                  <a:pt x="1078637" y="296895"/>
                  <a:pt x="1023759" y="296895"/>
                </a:cubicBezTo>
                <a:cubicBezTo>
                  <a:pt x="1023759" y="296895"/>
                  <a:pt x="1023759" y="296895"/>
                  <a:pt x="1023759" y="281866"/>
                </a:cubicBezTo>
                <a:cubicBezTo>
                  <a:pt x="1005466" y="294583"/>
                  <a:pt x="983744" y="301519"/>
                  <a:pt x="959735" y="301519"/>
                </a:cubicBezTo>
                <a:cubicBezTo>
                  <a:pt x="896853" y="301519"/>
                  <a:pt x="845405" y="250652"/>
                  <a:pt x="845405" y="187067"/>
                </a:cubicBezTo>
                <a:cubicBezTo>
                  <a:pt x="845405" y="123483"/>
                  <a:pt x="896853" y="72615"/>
                  <a:pt x="959735" y="72615"/>
                </a:cubicBezTo>
                <a:close/>
                <a:moveTo>
                  <a:pt x="113040" y="72615"/>
                </a:moveTo>
                <a:cubicBezTo>
                  <a:pt x="137018" y="72615"/>
                  <a:pt x="159855" y="79552"/>
                  <a:pt x="178124" y="93425"/>
                </a:cubicBezTo>
                <a:cubicBezTo>
                  <a:pt x="178124" y="93425"/>
                  <a:pt x="178124" y="93425"/>
                  <a:pt x="178124" y="74927"/>
                </a:cubicBezTo>
                <a:cubicBezTo>
                  <a:pt x="178124" y="74927"/>
                  <a:pt x="178124" y="74927"/>
                  <a:pt x="231789" y="74927"/>
                </a:cubicBezTo>
                <a:cubicBezTo>
                  <a:pt x="231789" y="74927"/>
                  <a:pt x="231789" y="74927"/>
                  <a:pt x="231789" y="296895"/>
                </a:cubicBezTo>
                <a:cubicBezTo>
                  <a:pt x="231789" y="296895"/>
                  <a:pt x="231789" y="296895"/>
                  <a:pt x="178124" y="296895"/>
                </a:cubicBezTo>
                <a:cubicBezTo>
                  <a:pt x="178124" y="296895"/>
                  <a:pt x="178124" y="296895"/>
                  <a:pt x="178124" y="281866"/>
                </a:cubicBezTo>
                <a:cubicBezTo>
                  <a:pt x="159855" y="294583"/>
                  <a:pt x="137018" y="301519"/>
                  <a:pt x="113040" y="301519"/>
                </a:cubicBezTo>
                <a:cubicBezTo>
                  <a:pt x="50240" y="301519"/>
                  <a:pt x="0" y="250652"/>
                  <a:pt x="0" y="187067"/>
                </a:cubicBezTo>
                <a:cubicBezTo>
                  <a:pt x="0" y="123483"/>
                  <a:pt x="50240" y="72615"/>
                  <a:pt x="113040" y="72615"/>
                </a:cubicBezTo>
                <a:close/>
                <a:moveTo>
                  <a:pt x="768887" y="0"/>
                </a:moveTo>
                <a:cubicBezTo>
                  <a:pt x="768887" y="0"/>
                  <a:pt x="768887" y="0"/>
                  <a:pt x="823765" y="0"/>
                </a:cubicBezTo>
                <a:cubicBezTo>
                  <a:pt x="823765" y="0"/>
                  <a:pt x="823765" y="0"/>
                  <a:pt x="823765" y="296898"/>
                </a:cubicBezTo>
                <a:cubicBezTo>
                  <a:pt x="823765" y="296898"/>
                  <a:pt x="823765" y="296898"/>
                  <a:pt x="768887" y="296898"/>
                </a:cubicBezTo>
                <a:cubicBezTo>
                  <a:pt x="768887" y="296898"/>
                  <a:pt x="768887" y="296898"/>
                  <a:pt x="768887" y="281880"/>
                </a:cubicBezTo>
                <a:cubicBezTo>
                  <a:pt x="750594" y="294588"/>
                  <a:pt x="727729" y="301519"/>
                  <a:pt x="703719" y="301519"/>
                </a:cubicBezTo>
                <a:cubicBezTo>
                  <a:pt x="641981" y="301519"/>
                  <a:pt x="590533" y="250688"/>
                  <a:pt x="590533" y="187150"/>
                </a:cubicBezTo>
                <a:cubicBezTo>
                  <a:pt x="590533" y="123611"/>
                  <a:pt x="641981" y="72781"/>
                  <a:pt x="703719" y="72781"/>
                </a:cubicBezTo>
                <a:cubicBezTo>
                  <a:pt x="727729" y="72781"/>
                  <a:pt x="750594" y="79712"/>
                  <a:pt x="768887" y="93575"/>
                </a:cubicBezTo>
                <a:cubicBezTo>
                  <a:pt x="768887" y="93575"/>
                  <a:pt x="768887" y="93575"/>
                  <a:pt x="768887" y="0"/>
                </a:cubicBezTo>
                <a:close/>
                <a:moveTo>
                  <a:pt x="514071" y="0"/>
                </a:moveTo>
                <a:lnTo>
                  <a:pt x="568893" y="0"/>
                </a:lnTo>
                <a:lnTo>
                  <a:pt x="568893" y="55303"/>
                </a:lnTo>
                <a:lnTo>
                  <a:pt x="514071" y="55303"/>
                </a:lnTo>
                <a:close/>
                <a:moveTo>
                  <a:pt x="432857" y="0"/>
                </a:moveTo>
                <a:cubicBezTo>
                  <a:pt x="432857" y="0"/>
                  <a:pt x="432857" y="0"/>
                  <a:pt x="487622" y="0"/>
                </a:cubicBezTo>
                <a:cubicBezTo>
                  <a:pt x="487622" y="0"/>
                  <a:pt x="487622" y="0"/>
                  <a:pt x="487622" y="296898"/>
                </a:cubicBezTo>
                <a:cubicBezTo>
                  <a:pt x="487622" y="296898"/>
                  <a:pt x="487622" y="296898"/>
                  <a:pt x="432857" y="296898"/>
                </a:cubicBezTo>
                <a:cubicBezTo>
                  <a:pt x="432857" y="296898"/>
                  <a:pt x="432857" y="296898"/>
                  <a:pt x="432857" y="281880"/>
                </a:cubicBezTo>
                <a:cubicBezTo>
                  <a:pt x="414602" y="294588"/>
                  <a:pt x="391784" y="301519"/>
                  <a:pt x="367824" y="301519"/>
                </a:cubicBezTo>
                <a:cubicBezTo>
                  <a:pt x="305072" y="301519"/>
                  <a:pt x="254871" y="250688"/>
                  <a:pt x="254871" y="187150"/>
                </a:cubicBezTo>
                <a:cubicBezTo>
                  <a:pt x="254871" y="123611"/>
                  <a:pt x="305072" y="72781"/>
                  <a:pt x="367824" y="72781"/>
                </a:cubicBezTo>
                <a:cubicBezTo>
                  <a:pt x="391784" y="72781"/>
                  <a:pt x="414602" y="79712"/>
                  <a:pt x="432857" y="93575"/>
                </a:cubicBezTo>
                <a:cubicBezTo>
                  <a:pt x="432857" y="93575"/>
                  <a:pt x="432857" y="93575"/>
                  <a:pt x="432857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9"/>
          </p:nvPr>
        </p:nvSpPr>
        <p:spPr bwMode="gray">
          <a:xfrm>
            <a:off x="10667213" y="6953115"/>
            <a:ext cx="763800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E2F4D754-A9F1-41F2-9E4E-A0334A4EAF66}" type="datetime5">
              <a:rPr lang="zh-CN" alt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2023/10/19</a:t>
            </a:fld>
            <a:endParaRPr>
              <a:solidFill>
                <a:prstClr val="black">
                  <a:alpha val="0"/>
                </a:prstClr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20"/>
          </p:nvPr>
        </p:nvSpPr>
        <p:spPr bwMode="gray">
          <a:xfrm>
            <a:off x="1142718" y="6953115"/>
            <a:ext cx="3048187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>
                    <a:alpha val="0"/>
                  </a:prstClr>
                </a:solidFill>
              </a:rPr>
              <a:t>2021 ADIDAS AG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 bwMode="gray">
          <a:xfrm>
            <a:off x="11429608" y="6952918"/>
            <a:ext cx="381742" cy="95575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alpha val="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30085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adge of Spo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1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142543" y="1143088"/>
            <a:ext cx="6477197" cy="2666509"/>
          </a:xfrm>
        </p:spPr>
        <p:txBody>
          <a:bodyPr tIns="0" bIns="190470" anchor="b"/>
          <a:lstStyle>
            <a:lvl1pPr>
              <a:lnSpc>
                <a:spcPct val="75000"/>
              </a:lnSpc>
              <a:defRPr sz="6300" b="1" i="0" spc="25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8pPr>
            <a:lvl9pPr algn="l"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Title of your presentation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2543" y="3809597"/>
            <a:ext cx="4191411" cy="762233"/>
          </a:xfrm>
        </p:spPr>
        <p:txBody>
          <a:bodyPr tIns="0" anchor="t" anchorCtr="0"/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i="0" cap="all" spc="25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8" name="Text Placeholder 27"/>
          <p:cNvSpPr>
            <a:spLocks noGrp="1" noChangeAspect="1"/>
          </p:cNvSpPr>
          <p:nvPr>
            <p:ph type="body" sz="quarter" idx="16" hasCustomPrompt="1"/>
          </p:nvPr>
        </p:nvSpPr>
        <p:spPr bwMode="gray">
          <a:xfrm>
            <a:off x="8954111" y="4181727"/>
            <a:ext cx="1714677" cy="1152199"/>
          </a:xfrm>
          <a:custGeom>
            <a:avLst/>
            <a:gdLst>
              <a:gd name="connsiteX0" fmla="*/ 962421 w 1296055"/>
              <a:gd name="connsiteY0" fmla="*/ 695176 h 871084"/>
              <a:gd name="connsiteX1" fmla="*/ 900261 w 1296055"/>
              <a:gd name="connsiteY1" fmla="*/ 757970 h 871084"/>
              <a:gd name="connsiteX2" fmla="*/ 962421 w 1296055"/>
              <a:gd name="connsiteY2" fmla="*/ 820764 h 871084"/>
              <a:gd name="connsiteX3" fmla="*/ 1024581 w 1296055"/>
              <a:gd name="connsiteY3" fmla="*/ 757970 h 871084"/>
              <a:gd name="connsiteX4" fmla="*/ 962421 w 1296055"/>
              <a:gd name="connsiteY4" fmla="*/ 695176 h 871084"/>
              <a:gd name="connsiteX5" fmla="*/ 707228 w 1296055"/>
              <a:gd name="connsiteY5" fmla="*/ 695176 h 871084"/>
              <a:gd name="connsiteX6" fmla="*/ 644856 w 1296055"/>
              <a:gd name="connsiteY6" fmla="*/ 757970 h 871084"/>
              <a:gd name="connsiteX7" fmla="*/ 707228 w 1296055"/>
              <a:gd name="connsiteY7" fmla="*/ 820764 h 871084"/>
              <a:gd name="connsiteX8" fmla="*/ 769600 w 1296055"/>
              <a:gd name="connsiteY8" fmla="*/ 757970 h 871084"/>
              <a:gd name="connsiteX9" fmla="*/ 707228 w 1296055"/>
              <a:gd name="connsiteY9" fmla="*/ 695176 h 871084"/>
              <a:gd name="connsiteX10" fmla="*/ 371056 w 1296055"/>
              <a:gd name="connsiteY10" fmla="*/ 695176 h 871084"/>
              <a:gd name="connsiteX11" fmla="*/ 308262 w 1296055"/>
              <a:gd name="connsiteY11" fmla="*/ 757970 h 871084"/>
              <a:gd name="connsiteX12" fmla="*/ 371056 w 1296055"/>
              <a:gd name="connsiteY12" fmla="*/ 820764 h 871084"/>
              <a:gd name="connsiteX13" fmla="*/ 433850 w 1296055"/>
              <a:gd name="connsiteY13" fmla="*/ 757970 h 871084"/>
              <a:gd name="connsiteX14" fmla="*/ 371056 w 1296055"/>
              <a:gd name="connsiteY14" fmla="*/ 695176 h 871084"/>
              <a:gd name="connsiteX15" fmla="*/ 116074 w 1296055"/>
              <a:gd name="connsiteY15" fmla="*/ 695176 h 871084"/>
              <a:gd name="connsiteX16" fmla="*/ 53280 w 1296055"/>
              <a:gd name="connsiteY16" fmla="*/ 757970 h 871084"/>
              <a:gd name="connsiteX17" fmla="*/ 116074 w 1296055"/>
              <a:gd name="connsiteY17" fmla="*/ 820764 h 871084"/>
              <a:gd name="connsiteX18" fmla="*/ 178868 w 1296055"/>
              <a:gd name="connsiteY18" fmla="*/ 757970 h 871084"/>
              <a:gd name="connsiteX19" fmla="*/ 116074 w 1296055"/>
              <a:gd name="connsiteY19" fmla="*/ 695176 h 871084"/>
              <a:gd name="connsiteX20" fmla="*/ 514616 w 1296055"/>
              <a:gd name="connsiteY20" fmla="*/ 646970 h 871084"/>
              <a:gd name="connsiteX21" fmla="*/ 568742 w 1296055"/>
              <a:gd name="connsiteY21" fmla="*/ 646970 h 871084"/>
              <a:gd name="connsiteX22" fmla="*/ 568742 w 1296055"/>
              <a:gd name="connsiteY22" fmla="*/ 867278 h 871084"/>
              <a:gd name="connsiteX23" fmla="*/ 514616 w 1296055"/>
              <a:gd name="connsiteY23" fmla="*/ 867278 h 871084"/>
              <a:gd name="connsiteX24" fmla="*/ 1195519 w 1296055"/>
              <a:gd name="connsiteY24" fmla="*/ 644856 h 871084"/>
              <a:gd name="connsiteX25" fmla="*/ 1288012 w 1296055"/>
              <a:gd name="connsiteY25" fmla="*/ 716244 h 871084"/>
              <a:gd name="connsiteX26" fmla="*/ 1232717 w 1296055"/>
              <a:gd name="connsiteY26" fmla="*/ 716244 h 871084"/>
              <a:gd name="connsiteX27" fmla="*/ 1193508 w 1296055"/>
              <a:gd name="connsiteY27" fmla="*/ 686080 h 871084"/>
              <a:gd name="connsiteX28" fmla="*/ 1159326 w 1296055"/>
              <a:gd name="connsiteY28" fmla="*/ 707195 h 871084"/>
              <a:gd name="connsiteX29" fmla="*/ 1197530 w 1296055"/>
              <a:gd name="connsiteY29" fmla="*/ 729315 h 871084"/>
              <a:gd name="connsiteX30" fmla="*/ 1232717 w 1296055"/>
              <a:gd name="connsiteY30" fmla="*/ 736353 h 871084"/>
              <a:gd name="connsiteX31" fmla="*/ 1296055 w 1296055"/>
              <a:gd name="connsiteY31" fmla="*/ 798691 h 871084"/>
              <a:gd name="connsiteX32" fmla="*/ 1202557 w 1296055"/>
              <a:gd name="connsiteY32" fmla="*/ 871084 h 871084"/>
              <a:gd name="connsiteX33" fmla="*/ 1099004 w 1296055"/>
              <a:gd name="connsiteY33" fmla="*/ 795675 h 871084"/>
              <a:gd name="connsiteX34" fmla="*/ 1155305 w 1296055"/>
              <a:gd name="connsiteY34" fmla="*/ 795675 h 871084"/>
              <a:gd name="connsiteX35" fmla="*/ 1203562 w 1296055"/>
              <a:gd name="connsiteY35" fmla="*/ 829860 h 871084"/>
              <a:gd name="connsiteX36" fmla="*/ 1237744 w 1296055"/>
              <a:gd name="connsiteY36" fmla="*/ 807740 h 871084"/>
              <a:gd name="connsiteX37" fmla="*/ 1208589 w 1296055"/>
              <a:gd name="connsiteY37" fmla="*/ 786626 h 871084"/>
              <a:gd name="connsiteX38" fmla="*/ 1179433 w 1296055"/>
              <a:gd name="connsiteY38" fmla="*/ 781598 h 871084"/>
              <a:gd name="connsiteX39" fmla="*/ 1104031 w 1296055"/>
              <a:gd name="connsiteY39" fmla="*/ 716244 h 871084"/>
              <a:gd name="connsiteX40" fmla="*/ 1195519 w 1296055"/>
              <a:gd name="connsiteY40" fmla="*/ 644856 h 871084"/>
              <a:gd name="connsiteX41" fmla="*/ 959538 w 1296055"/>
              <a:gd name="connsiteY41" fmla="*/ 644856 h 871084"/>
              <a:gd name="connsiteX42" fmla="*/ 1024861 w 1296055"/>
              <a:gd name="connsiteY42" fmla="*/ 664965 h 871084"/>
              <a:gd name="connsiteX43" fmla="*/ 1024861 w 1296055"/>
              <a:gd name="connsiteY43" fmla="*/ 646867 h 871084"/>
              <a:gd name="connsiteX44" fmla="*/ 1079129 w 1296055"/>
              <a:gd name="connsiteY44" fmla="*/ 646867 h 871084"/>
              <a:gd name="connsiteX45" fmla="*/ 1079129 w 1296055"/>
              <a:gd name="connsiteY45" fmla="*/ 867062 h 871084"/>
              <a:gd name="connsiteX46" fmla="*/ 1024861 w 1296055"/>
              <a:gd name="connsiteY46" fmla="*/ 867062 h 871084"/>
              <a:gd name="connsiteX47" fmla="*/ 1024861 w 1296055"/>
              <a:gd name="connsiteY47" fmla="*/ 850975 h 871084"/>
              <a:gd name="connsiteX48" fmla="*/ 959538 w 1296055"/>
              <a:gd name="connsiteY48" fmla="*/ 871084 h 871084"/>
              <a:gd name="connsiteX49" fmla="*/ 846981 w 1296055"/>
              <a:gd name="connsiteY49" fmla="*/ 757467 h 871084"/>
              <a:gd name="connsiteX50" fmla="*/ 959538 w 1296055"/>
              <a:gd name="connsiteY50" fmla="*/ 644856 h 871084"/>
              <a:gd name="connsiteX51" fmla="*/ 113561 w 1296055"/>
              <a:gd name="connsiteY51" fmla="*/ 644856 h 871084"/>
              <a:gd name="connsiteX52" fmla="*/ 177880 w 1296055"/>
              <a:gd name="connsiteY52" fmla="*/ 664965 h 871084"/>
              <a:gd name="connsiteX53" fmla="*/ 177880 w 1296055"/>
              <a:gd name="connsiteY53" fmla="*/ 646867 h 871084"/>
              <a:gd name="connsiteX54" fmla="*/ 232148 w 1296055"/>
              <a:gd name="connsiteY54" fmla="*/ 646867 h 871084"/>
              <a:gd name="connsiteX55" fmla="*/ 232148 w 1296055"/>
              <a:gd name="connsiteY55" fmla="*/ 867062 h 871084"/>
              <a:gd name="connsiteX56" fmla="*/ 177880 w 1296055"/>
              <a:gd name="connsiteY56" fmla="*/ 867062 h 871084"/>
              <a:gd name="connsiteX57" fmla="*/ 177880 w 1296055"/>
              <a:gd name="connsiteY57" fmla="*/ 850975 h 871084"/>
              <a:gd name="connsiteX58" fmla="*/ 113561 w 1296055"/>
              <a:gd name="connsiteY58" fmla="*/ 871084 h 871084"/>
              <a:gd name="connsiteX59" fmla="*/ 0 w 1296055"/>
              <a:gd name="connsiteY59" fmla="*/ 757467 h 871084"/>
              <a:gd name="connsiteX60" fmla="*/ 113561 w 1296055"/>
              <a:gd name="connsiteY60" fmla="*/ 644856 h 871084"/>
              <a:gd name="connsiteX61" fmla="*/ 332788 w 1296055"/>
              <a:gd name="connsiteY61" fmla="*/ 397484 h 871084"/>
              <a:gd name="connsiteX62" fmla="*/ 433005 w 1296055"/>
              <a:gd name="connsiteY62" fmla="*/ 572547 h 871084"/>
              <a:gd name="connsiteX63" fmla="*/ 433807 w 1296055"/>
              <a:gd name="connsiteY63" fmla="*/ 572547 h 871084"/>
              <a:gd name="connsiteX64" fmla="*/ 487130 w 1296055"/>
              <a:gd name="connsiteY64" fmla="*/ 572547 h 871084"/>
              <a:gd name="connsiteX65" fmla="*/ 487130 w 1296055"/>
              <a:gd name="connsiteY65" fmla="*/ 867063 h 871084"/>
              <a:gd name="connsiteX66" fmla="*/ 432961 w 1296055"/>
              <a:gd name="connsiteY66" fmla="*/ 867063 h 871084"/>
              <a:gd name="connsiteX67" fmla="*/ 432961 w 1296055"/>
              <a:gd name="connsiteY67" fmla="*/ 850981 h 871084"/>
              <a:gd name="connsiteX68" fmla="*/ 368760 w 1296055"/>
              <a:gd name="connsiteY68" fmla="*/ 871084 h 871084"/>
              <a:gd name="connsiteX69" fmla="*/ 255405 w 1296055"/>
              <a:gd name="connsiteY69" fmla="*/ 757499 h 871084"/>
              <a:gd name="connsiteX70" fmla="*/ 368760 w 1296055"/>
              <a:gd name="connsiteY70" fmla="*/ 644920 h 871084"/>
              <a:gd name="connsiteX71" fmla="*/ 432961 w 1296055"/>
              <a:gd name="connsiteY71" fmla="*/ 665023 h 871084"/>
              <a:gd name="connsiteX72" fmla="*/ 432961 w 1296055"/>
              <a:gd name="connsiteY72" fmla="*/ 572547 h 871084"/>
              <a:gd name="connsiteX73" fmla="*/ 178868 w 1296055"/>
              <a:gd name="connsiteY73" fmla="*/ 572547 h 871084"/>
              <a:gd name="connsiteX74" fmla="*/ 141657 w 1296055"/>
              <a:gd name="connsiteY74" fmla="*/ 507004 h 871084"/>
              <a:gd name="connsiteX75" fmla="*/ 555633 w 1296055"/>
              <a:gd name="connsiteY75" fmla="*/ 200856 h 871084"/>
              <a:gd name="connsiteX76" fmla="*/ 769599 w 1296055"/>
              <a:gd name="connsiteY76" fmla="*/ 572547 h 871084"/>
              <a:gd name="connsiteX77" fmla="*/ 770304 w 1296055"/>
              <a:gd name="connsiteY77" fmla="*/ 572547 h 871084"/>
              <a:gd name="connsiteX78" fmla="*/ 823724 w 1296055"/>
              <a:gd name="connsiteY78" fmla="*/ 572547 h 871084"/>
              <a:gd name="connsiteX79" fmla="*/ 823724 w 1296055"/>
              <a:gd name="connsiteY79" fmla="*/ 867063 h 871084"/>
              <a:gd name="connsiteX80" fmla="*/ 769456 w 1296055"/>
              <a:gd name="connsiteY80" fmla="*/ 867063 h 871084"/>
              <a:gd name="connsiteX81" fmla="*/ 769456 w 1296055"/>
              <a:gd name="connsiteY81" fmla="*/ 850981 h 871084"/>
              <a:gd name="connsiteX82" fmla="*/ 704133 w 1296055"/>
              <a:gd name="connsiteY82" fmla="*/ 871084 h 871084"/>
              <a:gd name="connsiteX83" fmla="*/ 591576 w 1296055"/>
              <a:gd name="connsiteY83" fmla="*/ 757499 h 871084"/>
              <a:gd name="connsiteX84" fmla="*/ 704133 w 1296055"/>
              <a:gd name="connsiteY84" fmla="*/ 644920 h 871084"/>
              <a:gd name="connsiteX85" fmla="*/ 769456 w 1296055"/>
              <a:gd name="connsiteY85" fmla="*/ 665023 h 871084"/>
              <a:gd name="connsiteX86" fmla="*/ 769456 w 1296055"/>
              <a:gd name="connsiteY86" fmla="*/ 572547 h 871084"/>
              <a:gd name="connsiteX87" fmla="*/ 568742 w 1296055"/>
              <a:gd name="connsiteY87" fmla="*/ 572547 h 871084"/>
              <a:gd name="connsiteX88" fmla="*/ 568742 w 1296055"/>
              <a:gd name="connsiteY88" fmla="*/ 626672 h 871084"/>
              <a:gd name="connsiteX89" fmla="*/ 514616 w 1296055"/>
              <a:gd name="connsiteY89" fmla="*/ 626672 h 871084"/>
              <a:gd name="connsiteX90" fmla="*/ 514616 w 1296055"/>
              <a:gd name="connsiteY90" fmla="*/ 572547 h 871084"/>
              <a:gd name="connsiteX91" fmla="*/ 364925 w 1296055"/>
              <a:gd name="connsiteY91" fmla="*/ 310799 h 871084"/>
              <a:gd name="connsiteX92" fmla="*/ 775519 w 1296055"/>
              <a:gd name="connsiteY92" fmla="*/ 0 h 871084"/>
              <a:gd name="connsiteX93" fmla="*/ 1106192 w 1296055"/>
              <a:gd name="connsiteY93" fmla="*/ 572547 h 871084"/>
              <a:gd name="connsiteX94" fmla="*/ 850787 w 1296055"/>
              <a:gd name="connsiteY94" fmla="*/ 572547 h 871084"/>
              <a:gd name="connsiteX95" fmla="*/ 585656 w 1296055"/>
              <a:gd name="connsiteY95" fmla="*/ 110366 h 87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296055" h="871084">
                <a:moveTo>
                  <a:pt x="962421" y="695176"/>
                </a:moveTo>
                <a:cubicBezTo>
                  <a:pt x="928091" y="695176"/>
                  <a:pt x="900261" y="723290"/>
                  <a:pt x="900261" y="757970"/>
                </a:cubicBezTo>
                <a:cubicBezTo>
                  <a:pt x="900261" y="792650"/>
                  <a:pt x="928091" y="820764"/>
                  <a:pt x="962421" y="820764"/>
                </a:cubicBezTo>
                <a:cubicBezTo>
                  <a:pt x="996751" y="820764"/>
                  <a:pt x="1024581" y="792650"/>
                  <a:pt x="1024581" y="757970"/>
                </a:cubicBezTo>
                <a:cubicBezTo>
                  <a:pt x="1024581" y="723290"/>
                  <a:pt x="996751" y="695176"/>
                  <a:pt x="962421" y="695176"/>
                </a:cubicBezTo>
                <a:close/>
                <a:moveTo>
                  <a:pt x="707228" y="695176"/>
                </a:moveTo>
                <a:cubicBezTo>
                  <a:pt x="672781" y="695176"/>
                  <a:pt x="644856" y="723290"/>
                  <a:pt x="644856" y="757970"/>
                </a:cubicBezTo>
                <a:cubicBezTo>
                  <a:pt x="644856" y="792650"/>
                  <a:pt x="672781" y="820764"/>
                  <a:pt x="707228" y="820764"/>
                </a:cubicBezTo>
                <a:cubicBezTo>
                  <a:pt x="741675" y="820764"/>
                  <a:pt x="769600" y="792650"/>
                  <a:pt x="769600" y="757970"/>
                </a:cubicBezTo>
                <a:cubicBezTo>
                  <a:pt x="769600" y="723290"/>
                  <a:pt x="741675" y="695176"/>
                  <a:pt x="707228" y="695176"/>
                </a:cubicBezTo>
                <a:close/>
                <a:moveTo>
                  <a:pt x="371056" y="695176"/>
                </a:moveTo>
                <a:cubicBezTo>
                  <a:pt x="336376" y="695176"/>
                  <a:pt x="308262" y="723290"/>
                  <a:pt x="308262" y="757970"/>
                </a:cubicBezTo>
                <a:cubicBezTo>
                  <a:pt x="308262" y="792650"/>
                  <a:pt x="336376" y="820764"/>
                  <a:pt x="371056" y="820764"/>
                </a:cubicBezTo>
                <a:cubicBezTo>
                  <a:pt x="405736" y="820764"/>
                  <a:pt x="433850" y="792650"/>
                  <a:pt x="433850" y="757970"/>
                </a:cubicBezTo>
                <a:cubicBezTo>
                  <a:pt x="433850" y="723290"/>
                  <a:pt x="405736" y="695176"/>
                  <a:pt x="371056" y="695176"/>
                </a:cubicBezTo>
                <a:close/>
                <a:moveTo>
                  <a:pt x="116074" y="695176"/>
                </a:moveTo>
                <a:cubicBezTo>
                  <a:pt x="81394" y="695176"/>
                  <a:pt x="53280" y="723290"/>
                  <a:pt x="53280" y="757970"/>
                </a:cubicBezTo>
                <a:cubicBezTo>
                  <a:pt x="53280" y="792650"/>
                  <a:pt x="81394" y="820764"/>
                  <a:pt x="116074" y="820764"/>
                </a:cubicBezTo>
                <a:cubicBezTo>
                  <a:pt x="150754" y="820764"/>
                  <a:pt x="178868" y="792650"/>
                  <a:pt x="178868" y="757970"/>
                </a:cubicBezTo>
                <a:cubicBezTo>
                  <a:pt x="178868" y="723290"/>
                  <a:pt x="150754" y="695176"/>
                  <a:pt x="116074" y="695176"/>
                </a:cubicBezTo>
                <a:close/>
                <a:moveTo>
                  <a:pt x="514616" y="646970"/>
                </a:moveTo>
                <a:lnTo>
                  <a:pt x="568742" y="646970"/>
                </a:lnTo>
                <a:lnTo>
                  <a:pt x="568742" y="867278"/>
                </a:lnTo>
                <a:lnTo>
                  <a:pt x="514616" y="867278"/>
                </a:lnTo>
                <a:close/>
                <a:moveTo>
                  <a:pt x="1195519" y="644856"/>
                </a:moveTo>
                <a:cubicBezTo>
                  <a:pt x="1250814" y="644856"/>
                  <a:pt x="1284996" y="673009"/>
                  <a:pt x="1288012" y="716244"/>
                </a:cubicBezTo>
                <a:cubicBezTo>
                  <a:pt x="1288012" y="716244"/>
                  <a:pt x="1288012" y="716244"/>
                  <a:pt x="1232717" y="716244"/>
                </a:cubicBezTo>
                <a:cubicBezTo>
                  <a:pt x="1232717" y="700156"/>
                  <a:pt x="1220653" y="686080"/>
                  <a:pt x="1193508" y="686080"/>
                </a:cubicBezTo>
                <a:cubicBezTo>
                  <a:pt x="1174406" y="686080"/>
                  <a:pt x="1159326" y="692113"/>
                  <a:pt x="1159326" y="707195"/>
                </a:cubicBezTo>
                <a:cubicBezTo>
                  <a:pt x="1159326" y="720265"/>
                  <a:pt x="1175412" y="725293"/>
                  <a:pt x="1197530" y="729315"/>
                </a:cubicBezTo>
                <a:cubicBezTo>
                  <a:pt x="1197530" y="729315"/>
                  <a:pt x="1197530" y="729315"/>
                  <a:pt x="1232717" y="736353"/>
                </a:cubicBezTo>
                <a:cubicBezTo>
                  <a:pt x="1276953" y="744396"/>
                  <a:pt x="1296055" y="764506"/>
                  <a:pt x="1296055" y="798691"/>
                </a:cubicBezTo>
                <a:cubicBezTo>
                  <a:pt x="1296055" y="848964"/>
                  <a:pt x="1253830" y="871084"/>
                  <a:pt x="1202557" y="871084"/>
                </a:cubicBezTo>
                <a:cubicBezTo>
                  <a:pt x="1139219" y="871084"/>
                  <a:pt x="1101015" y="839915"/>
                  <a:pt x="1099004" y="795675"/>
                </a:cubicBezTo>
                <a:cubicBezTo>
                  <a:pt x="1099004" y="795675"/>
                  <a:pt x="1099004" y="795675"/>
                  <a:pt x="1155305" y="795675"/>
                </a:cubicBezTo>
                <a:cubicBezTo>
                  <a:pt x="1155305" y="810757"/>
                  <a:pt x="1167369" y="829860"/>
                  <a:pt x="1203562" y="829860"/>
                </a:cubicBezTo>
                <a:cubicBezTo>
                  <a:pt x="1227691" y="829860"/>
                  <a:pt x="1237744" y="818800"/>
                  <a:pt x="1237744" y="807740"/>
                </a:cubicBezTo>
                <a:cubicBezTo>
                  <a:pt x="1237744" y="795675"/>
                  <a:pt x="1228696" y="790648"/>
                  <a:pt x="1208589" y="786626"/>
                </a:cubicBezTo>
                <a:cubicBezTo>
                  <a:pt x="1208589" y="786626"/>
                  <a:pt x="1208589" y="786626"/>
                  <a:pt x="1179433" y="781598"/>
                </a:cubicBezTo>
                <a:cubicBezTo>
                  <a:pt x="1144246" y="774560"/>
                  <a:pt x="1104031" y="766517"/>
                  <a:pt x="1104031" y="716244"/>
                </a:cubicBezTo>
                <a:cubicBezTo>
                  <a:pt x="1104031" y="676025"/>
                  <a:pt x="1138213" y="644856"/>
                  <a:pt x="1195519" y="644856"/>
                </a:cubicBezTo>
                <a:close/>
                <a:moveTo>
                  <a:pt x="959538" y="644856"/>
                </a:moveTo>
                <a:cubicBezTo>
                  <a:pt x="983657" y="644856"/>
                  <a:pt x="1006771" y="651894"/>
                  <a:pt x="1024861" y="664965"/>
                </a:cubicBezTo>
                <a:cubicBezTo>
                  <a:pt x="1024861" y="664965"/>
                  <a:pt x="1024861" y="664965"/>
                  <a:pt x="1024861" y="646867"/>
                </a:cubicBezTo>
                <a:cubicBezTo>
                  <a:pt x="1024861" y="646867"/>
                  <a:pt x="1024861" y="646867"/>
                  <a:pt x="1079129" y="646867"/>
                </a:cubicBezTo>
                <a:cubicBezTo>
                  <a:pt x="1079129" y="646867"/>
                  <a:pt x="1079129" y="646867"/>
                  <a:pt x="1079129" y="867062"/>
                </a:cubicBezTo>
                <a:cubicBezTo>
                  <a:pt x="1079129" y="867062"/>
                  <a:pt x="1079129" y="867062"/>
                  <a:pt x="1024861" y="867062"/>
                </a:cubicBezTo>
                <a:cubicBezTo>
                  <a:pt x="1024861" y="867062"/>
                  <a:pt x="1024861" y="867062"/>
                  <a:pt x="1024861" y="850975"/>
                </a:cubicBezTo>
                <a:cubicBezTo>
                  <a:pt x="1006771" y="864046"/>
                  <a:pt x="983657" y="871084"/>
                  <a:pt x="959538" y="871084"/>
                </a:cubicBezTo>
                <a:cubicBezTo>
                  <a:pt x="897230" y="871084"/>
                  <a:pt x="846981" y="820811"/>
                  <a:pt x="846981" y="757467"/>
                </a:cubicBezTo>
                <a:cubicBezTo>
                  <a:pt x="846981" y="695129"/>
                  <a:pt x="897230" y="644856"/>
                  <a:pt x="959538" y="644856"/>
                </a:cubicBezTo>
                <a:close/>
                <a:moveTo>
                  <a:pt x="113561" y="644856"/>
                </a:moveTo>
                <a:cubicBezTo>
                  <a:pt x="137681" y="644856"/>
                  <a:pt x="159790" y="651894"/>
                  <a:pt x="177880" y="664965"/>
                </a:cubicBezTo>
                <a:cubicBezTo>
                  <a:pt x="177880" y="664965"/>
                  <a:pt x="177880" y="664965"/>
                  <a:pt x="177880" y="646867"/>
                </a:cubicBezTo>
                <a:cubicBezTo>
                  <a:pt x="177880" y="646867"/>
                  <a:pt x="177880" y="646867"/>
                  <a:pt x="232148" y="646867"/>
                </a:cubicBezTo>
                <a:cubicBezTo>
                  <a:pt x="232148" y="646867"/>
                  <a:pt x="232148" y="646867"/>
                  <a:pt x="232148" y="867062"/>
                </a:cubicBezTo>
                <a:cubicBezTo>
                  <a:pt x="232148" y="867062"/>
                  <a:pt x="232148" y="867062"/>
                  <a:pt x="177880" y="867062"/>
                </a:cubicBezTo>
                <a:cubicBezTo>
                  <a:pt x="177880" y="867062"/>
                  <a:pt x="177880" y="867062"/>
                  <a:pt x="177880" y="850975"/>
                </a:cubicBezTo>
                <a:cubicBezTo>
                  <a:pt x="159790" y="864046"/>
                  <a:pt x="137681" y="871084"/>
                  <a:pt x="113561" y="871084"/>
                </a:cubicBezTo>
                <a:cubicBezTo>
                  <a:pt x="50248" y="871084"/>
                  <a:pt x="0" y="820811"/>
                  <a:pt x="0" y="757467"/>
                </a:cubicBezTo>
                <a:cubicBezTo>
                  <a:pt x="0" y="695129"/>
                  <a:pt x="50248" y="644856"/>
                  <a:pt x="113561" y="644856"/>
                </a:cubicBezTo>
                <a:close/>
                <a:moveTo>
                  <a:pt x="332788" y="397484"/>
                </a:moveTo>
                <a:lnTo>
                  <a:pt x="433005" y="572547"/>
                </a:lnTo>
                <a:lnTo>
                  <a:pt x="433807" y="572547"/>
                </a:lnTo>
                <a:cubicBezTo>
                  <a:pt x="436346" y="572547"/>
                  <a:pt x="446503" y="572547"/>
                  <a:pt x="487130" y="572547"/>
                </a:cubicBezTo>
                <a:cubicBezTo>
                  <a:pt x="487130" y="572547"/>
                  <a:pt x="487130" y="572547"/>
                  <a:pt x="487130" y="867063"/>
                </a:cubicBezTo>
                <a:cubicBezTo>
                  <a:pt x="487130" y="867063"/>
                  <a:pt x="487130" y="867063"/>
                  <a:pt x="432961" y="867063"/>
                </a:cubicBezTo>
                <a:cubicBezTo>
                  <a:pt x="432961" y="867063"/>
                  <a:pt x="432961" y="867063"/>
                  <a:pt x="432961" y="850981"/>
                </a:cubicBezTo>
                <a:cubicBezTo>
                  <a:pt x="414904" y="864048"/>
                  <a:pt x="392835" y="871084"/>
                  <a:pt x="368760" y="871084"/>
                </a:cubicBezTo>
                <a:cubicBezTo>
                  <a:pt x="305562" y="871084"/>
                  <a:pt x="255405" y="820825"/>
                  <a:pt x="255405" y="757499"/>
                </a:cubicBezTo>
                <a:cubicBezTo>
                  <a:pt x="255405" y="695178"/>
                  <a:pt x="305562" y="644920"/>
                  <a:pt x="368760" y="644920"/>
                </a:cubicBezTo>
                <a:cubicBezTo>
                  <a:pt x="392835" y="644920"/>
                  <a:pt x="414904" y="651956"/>
                  <a:pt x="432961" y="665023"/>
                </a:cubicBezTo>
                <a:cubicBezTo>
                  <a:pt x="432961" y="665023"/>
                  <a:pt x="432961" y="665023"/>
                  <a:pt x="432961" y="572547"/>
                </a:cubicBezTo>
                <a:lnTo>
                  <a:pt x="178868" y="572547"/>
                </a:lnTo>
                <a:lnTo>
                  <a:pt x="141657" y="507004"/>
                </a:lnTo>
                <a:close/>
                <a:moveTo>
                  <a:pt x="555633" y="200856"/>
                </a:moveTo>
                <a:lnTo>
                  <a:pt x="769599" y="572547"/>
                </a:lnTo>
                <a:lnTo>
                  <a:pt x="770304" y="572547"/>
                </a:lnTo>
                <a:cubicBezTo>
                  <a:pt x="772848" y="572547"/>
                  <a:pt x="783023" y="572547"/>
                  <a:pt x="823724" y="572547"/>
                </a:cubicBezTo>
                <a:cubicBezTo>
                  <a:pt x="823724" y="572547"/>
                  <a:pt x="823724" y="572547"/>
                  <a:pt x="823724" y="867063"/>
                </a:cubicBezTo>
                <a:cubicBezTo>
                  <a:pt x="823724" y="867063"/>
                  <a:pt x="823724" y="867063"/>
                  <a:pt x="769456" y="867063"/>
                </a:cubicBezTo>
                <a:cubicBezTo>
                  <a:pt x="769456" y="867063"/>
                  <a:pt x="769456" y="867063"/>
                  <a:pt x="769456" y="850981"/>
                </a:cubicBezTo>
                <a:cubicBezTo>
                  <a:pt x="751366" y="864048"/>
                  <a:pt x="728252" y="871084"/>
                  <a:pt x="704133" y="871084"/>
                </a:cubicBezTo>
                <a:cubicBezTo>
                  <a:pt x="641825" y="871084"/>
                  <a:pt x="591576" y="820825"/>
                  <a:pt x="591576" y="757499"/>
                </a:cubicBezTo>
                <a:cubicBezTo>
                  <a:pt x="591576" y="695178"/>
                  <a:pt x="641825" y="644920"/>
                  <a:pt x="704133" y="644920"/>
                </a:cubicBezTo>
                <a:cubicBezTo>
                  <a:pt x="728252" y="644920"/>
                  <a:pt x="751366" y="651956"/>
                  <a:pt x="769456" y="665023"/>
                </a:cubicBezTo>
                <a:cubicBezTo>
                  <a:pt x="769456" y="665023"/>
                  <a:pt x="769456" y="665023"/>
                  <a:pt x="769456" y="572547"/>
                </a:cubicBezTo>
                <a:lnTo>
                  <a:pt x="568742" y="572547"/>
                </a:lnTo>
                <a:lnTo>
                  <a:pt x="568742" y="626672"/>
                </a:lnTo>
                <a:lnTo>
                  <a:pt x="514616" y="626672"/>
                </a:lnTo>
                <a:lnTo>
                  <a:pt x="514616" y="572547"/>
                </a:lnTo>
                <a:lnTo>
                  <a:pt x="364925" y="310799"/>
                </a:lnTo>
                <a:close/>
                <a:moveTo>
                  <a:pt x="775519" y="0"/>
                </a:moveTo>
                <a:lnTo>
                  <a:pt x="1106192" y="572547"/>
                </a:lnTo>
                <a:lnTo>
                  <a:pt x="850787" y="572547"/>
                </a:lnTo>
                <a:lnTo>
                  <a:pt x="585656" y="11036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9"/>
          </p:nvPr>
        </p:nvSpPr>
        <p:spPr bwMode="gray">
          <a:xfrm>
            <a:off x="10667213" y="6953115"/>
            <a:ext cx="763800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E2F4D754-A9F1-41F2-9E4E-A0334A4EAF66}" type="datetime5">
              <a:rPr lang="zh-CN" alt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2023/10/19</a:t>
            </a:fld>
            <a:endParaRPr>
              <a:solidFill>
                <a:prstClr val="black">
                  <a:alpha val="0"/>
                </a:prstClr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20"/>
          </p:nvPr>
        </p:nvSpPr>
        <p:spPr bwMode="gray">
          <a:xfrm>
            <a:off x="1142718" y="6953115"/>
            <a:ext cx="3048187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>
                    <a:alpha val="0"/>
                  </a:prstClr>
                </a:solidFill>
              </a:rPr>
              <a:t>2021 ADIDAS AG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1"/>
          </p:nvPr>
        </p:nvSpPr>
        <p:spPr bwMode="gray">
          <a:xfrm>
            <a:off x="11429608" y="6952918"/>
            <a:ext cx="381742" cy="95575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alpha val="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82772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igin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 bwMode="gray">
          <a:xfrm>
            <a:off x="1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rgbClr val="007FC5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6" name="Text Placeholder 85"/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8953675" y="3667652"/>
            <a:ext cx="1714605" cy="1666061"/>
          </a:xfrm>
          <a:custGeom>
            <a:avLst/>
            <a:gdLst>
              <a:gd name="connsiteX0" fmla="*/ 955140 w 1289296"/>
              <a:gd name="connsiteY0" fmla="*/ 1076565 h 1253058"/>
              <a:gd name="connsiteX1" fmla="*/ 891054 w 1289296"/>
              <a:gd name="connsiteY1" fmla="*/ 1139771 h 1253058"/>
              <a:gd name="connsiteX2" fmla="*/ 955140 w 1289296"/>
              <a:gd name="connsiteY2" fmla="*/ 1201957 h 1253058"/>
              <a:gd name="connsiteX3" fmla="*/ 1015157 w 1289296"/>
              <a:gd name="connsiteY3" fmla="*/ 1139771 h 1253058"/>
              <a:gd name="connsiteX4" fmla="*/ 955140 w 1289296"/>
              <a:gd name="connsiteY4" fmla="*/ 1076565 h 1253058"/>
              <a:gd name="connsiteX5" fmla="*/ 703316 w 1289296"/>
              <a:gd name="connsiteY5" fmla="*/ 1076565 h 1253058"/>
              <a:gd name="connsiteX6" fmla="*/ 641129 w 1289296"/>
              <a:gd name="connsiteY6" fmla="*/ 1139771 h 1253058"/>
              <a:gd name="connsiteX7" fmla="*/ 703316 w 1289296"/>
              <a:gd name="connsiteY7" fmla="*/ 1201957 h 1253058"/>
              <a:gd name="connsiteX8" fmla="*/ 766521 w 1289296"/>
              <a:gd name="connsiteY8" fmla="*/ 1139771 h 1253058"/>
              <a:gd name="connsiteX9" fmla="*/ 703316 w 1289296"/>
              <a:gd name="connsiteY9" fmla="*/ 1076565 h 1253058"/>
              <a:gd name="connsiteX10" fmla="*/ 368473 w 1289296"/>
              <a:gd name="connsiteY10" fmla="*/ 1076565 h 1253058"/>
              <a:gd name="connsiteX11" fmla="*/ 303173 w 1289296"/>
              <a:gd name="connsiteY11" fmla="*/ 1139771 h 1253058"/>
              <a:gd name="connsiteX12" fmla="*/ 368473 w 1289296"/>
              <a:gd name="connsiteY12" fmla="*/ 1201957 h 1253058"/>
              <a:gd name="connsiteX13" fmla="*/ 430712 w 1289296"/>
              <a:gd name="connsiteY13" fmla="*/ 1139771 h 1253058"/>
              <a:gd name="connsiteX14" fmla="*/ 368473 w 1289296"/>
              <a:gd name="connsiteY14" fmla="*/ 1076565 h 1253058"/>
              <a:gd name="connsiteX15" fmla="*/ 115568 w 1289296"/>
              <a:gd name="connsiteY15" fmla="*/ 1076565 h 1253058"/>
              <a:gd name="connsiteX16" fmla="*/ 53249 w 1289296"/>
              <a:gd name="connsiteY16" fmla="*/ 1139771 h 1253058"/>
              <a:gd name="connsiteX17" fmla="*/ 115568 w 1289296"/>
              <a:gd name="connsiteY17" fmla="*/ 1201957 h 1253058"/>
              <a:gd name="connsiteX18" fmla="*/ 179929 w 1289296"/>
              <a:gd name="connsiteY18" fmla="*/ 1139771 h 1253058"/>
              <a:gd name="connsiteX19" fmla="*/ 115568 w 1289296"/>
              <a:gd name="connsiteY19" fmla="*/ 1076565 h 1253058"/>
              <a:gd name="connsiteX20" fmla="*/ 512302 w 1289296"/>
              <a:gd name="connsiteY20" fmla="*/ 1029328 h 1253058"/>
              <a:gd name="connsiteX21" fmla="*/ 565551 w 1289296"/>
              <a:gd name="connsiteY21" fmla="*/ 1029328 h 1253058"/>
              <a:gd name="connsiteX22" fmla="*/ 565551 w 1289296"/>
              <a:gd name="connsiteY22" fmla="*/ 1247905 h 1253058"/>
              <a:gd name="connsiteX23" fmla="*/ 512302 w 1289296"/>
              <a:gd name="connsiteY23" fmla="*/ 1247905 h 1253058"/>
              <a:gd name="connsiteX24" fmla="*/ 1186657 w 1289296"/>
              <a:gd name="connsiteY24" fmla="*/ 1026322 h 1253058"/>
              <a:gd name="connsiteX25" fmla="*/ 1279516 w 1289296"/>
              <a:gd name="connsiteY25" fmla="*/ 1097815 h 1253058"/>
              <a:gd name="connsiteX26" fmla="*/ 1224413 w 1289296"/>
              <a:gd name="connsiteY26" fmla="*/ 1097815 h 1253058"/>
              <a:gd name="connsiteX27" fmla="*/ 1188698 w 1289296"/>
              <a:gd name="connsiteY27" fmla="*/ 1068197 h 1253058"/>
              <a:gd name="connsiteX28" fmla="*/ 1150942 w 1289296"/>
              <a:gd name="connsiteY28" fmla="*/ 1087602 h 1253058"/>
              <a:gd name="connsiteX29" fmla="*/ 1232576 w 1289296"/>
              <a:gd name="connsiteY29" fmla="*/ 1118242 h 1253058"/>
              <a:gd name="connsiteX30" fmla="*/ 1288700 w 1289296"/>
              <a:gd name="connsiteY30" fmla="*/ 1177479 h 1253058"/>
              <a:gd name="connsiteX31" fmla="*/ 1189718 w 1289296"/>
              <a:gd name="connsiteY31" fmla="*/ 1253058 h 1253058"/>
              <a:gd name="connsiteX32" fmla="*/ 1090736 w 1289296"/>
              <a:gd name="connsiteY32" fmla="*/ 1177479 h 1253058"/>
              <a:gd name="connsiteX33" fmla="*/ 1147880 w 1289296"/>
              <a:gd name="connsiteY33" fmla="*/ 1177479 h 1253058"/>
              <a:gd name="connsiteX34" fmla="*/ 1192780 w 1289296"/>
              <a:gd name="connsiteY34" fmla="*/ 1212205 h 1253058"/>
              <a:gd name="connsiteX35" fmla="*/ 1229515 w 1289296"/>
              <a:gd name="connsiteY35" fmla="*/ 1186671 h 1253058"/>
              <a:gd name="connsiteX36" fmla="*/ 1182575 w 1289296"/>
              <a:gd name="connsiteY36" fmla="*/ 1165223 h 1253058"/>
              <a:gd name="connsiteX37" fmla="*/ 1126451 w 1289296"/>
              <a:gd name="connsiteY37" fmla="*/ 1149903 h 1253058"/>
              <a:gd name="connsiteX38" fmla="*/ 1095838 w 1289296"/>
              <a:gd name="connsiteY38" fmla="*/ 1096794 h 1253058"/>
              <a:gd name="connsiteX39" fmla="*/ 1186657 w 1289296"/>
              <a:gd name="connsiteY39" fmla="*/ 1026322 h 1253058"/>
              <a:gd name="connsiteX40" fmla="*/ 952138 w 1289296"/>
              <a:gd name="connsiteY40" fmla="*/ 1026322 h 1253058"/>
              <a:gd name="connsiteX41" fmla="*/ 1015429 w 1289296"/>
              <a:gd name="connsiteY41" fmla="*/ 1045727 h 1253058"/>
              <a:gd name="connsiteX42" fmla="*/ 1015429 w 1289296"/>
              <a:gd name="connsiteY42" fmla="*/ 1029386 h 1253058"/>
              <a:gd name="connsiteX43" fmla="*/ 1070553 w 1289296"/>
              <a:gd name="connsiteY43" fmla="*/ 1029386 h 1253058"/>
              <a:gd name="connsiteX44" fmla="*/ 1070553 w 1289296"/>
              <a:gd name="connsiteY44" fmla="*/ 1247951 h 1253058"/>
              <a:gd name="connsiteX45" fmla="*/ 1015429 w 1289296"/>
              <a:gd name="connsiteY45" fmla="*/ 1247951 h 1253058"/>
              <a:gd name="connsiteX46" fmla="*/ 1015429 w 1289296"/>
              <a:gd name="connsiteY46" fmla="*/ 1233653 h 1253058"/>
              <a:gd name="connsiteX47" fmla="*/ 952138 w 1289296"/>
              <a:gd name="connsiteY47" fmla="*/ 1253058 h 1253058"/>
              <a:gd name="connsiteX48" fmla="*/ 837805 w 1289296"/>
              <a:gd name="connsiteY48" fmla="*/ 1139690 h 1253058"/>
              <a:gd name="connsiteX49" fmla="*/ 952138 w 1289296"/>
              <a:gd name="connsiteY49" fmla="*/ 1026322 h 1253058"/>
              <a:gd name="connsiteX50" fmla="*/ 113441 w 1289296"/>
              <a:gd name="connsiteY50" fmla="*/ 1026322 h 1253058"/>
              <a:gd name="connsiteX51" fmla="*/ 179871 w 1289296"/>
              <a:gd name="connsiteY51" fmla="*/ 1045727 h 1253058"/>
              <a:gd name="connsiteX52" fmla="*/ 179871 w 1289296"/>
              <a:gd name="connsiteY52" fmla="*/ 1029386 h 1253058"/>
              <a:gd name="connsiteX53" fmla="*/ 234036 w 1289296"/>
              <a:gd name="connsiteY53" fmla="*/ 1029386 h 1253058"/>
              <a:gd name="connsiteX54" fmla="*/ 234036 w 1289296"/>
              <a:gd name="connsiteY54" fmla="*/ 1247951 h 1253058"/>
              <a:gd name="connsiteX55" fmla="*/ 179871 w 1289296"/>
              <a:gd name="connsiteY55" fmla="*/ 1247951 h 1253058"/>
              <a:gd name="connsiteX56" fmla="*/ 179871 w 1289296"/>
              <a:gd name="connsiteY56" fmla="*/ 1233653 h 1253058"/>
              <a:gd name="connsiteX57" fmla="*/ 113441 w 1289296"/>
              <a:gd name="connsiteY57" fmla="*/ 1253058 h 1253058"/>
              <a:gd name="connsiteX58" fmla="*/ 0 w 1289296"/>
              <a:gd name="connsiteY58" fmla="*/ 1139690 h 1253058"/>
              <a:gd name="connsiteX59" fmla="*/ 113441 w 1289296"/>
              <a:gd name="connsiteY59" fmla="*/ 1026322 h 1253058"/>
              <a:gd name="connsiteX60" fmla="*/ 766282 w 1289296"/>
              <a:gd name="connsiteY60" fmla="*/ 954179 h 1253058"/>
              <a:gd name="connsiteX61" fmla="*/ 819340 w 1289296"/>
              <a:gd name="connsiteY61" fmla="*/ 954179 h 1253058"/>
              <a:gd name="connsiteX62" fmla="*/ 819340 w 1289296"/>
              <a:gd name="connsiteY62" fmla="*/ 1247958 h 1253058"/>
              <a:gd name="connsiteX63" fmla="*/ 766282 w 1289296"/>
              <a:gd name="connsiteY63" fmla="*/ 1247958 h 1253058"/>
              <a:gd name="connsiteX64" fmla="*/ 766282 w 1289296"/>
              <a:gd name="connsiteY64" fmla="*/ 1233677 h 1253058"/>
              <a:gd name="connsiteX65" fmla="*/ 702000 w 1289296"/>
              <a:gd name="connsiteY65" fmla="*/ 1253058 h 1253058"/>
              <a:gd name="connsiteX66" fmla="*/ 588740 w 1289296"/>
              <a:gd name="connsiteY66" fmla="*/ 1139831 h 1253058"/>
              <a:gd name="connsiteX67" fmla="*/ 702000 w 1289296"/>
              <a:gd name="connsiteY67" fmla="*/ 1026604 h 1253058"/>
              <a:gd name="connsiteX68" fmla="*/ 766282 w 1289296"/>
              <a:gd name="connsiteY68" fmla="*/ 1045985 h 1253058"/>
              <a:gd name="connsiteX69" fmla="*/ 766282 w 1289296"/>
              <a:gd name="connsiteY69" fmla="*/ 954179 h 1253058"/>
              <a:gd name="connsiteX70" fmla="*/ 512302 w 1289296"/>
              <a:gd name="connsiteY70" fmla="*/ 954179 h 1253058"/>
              <a:gd name="connsiteX71" fmla="*/ 565551 w 1289296"/>
              <a:gd name="connsiteY71" fmla="*/ 954179 h 1253058"/>
              <a:gd name="connsiteX72" fmla="*/ 565551 w 1289296"/>
              <a:gd name="connsiteY72" fmla="*/ 1009145 h 1253058"/>
              <a:gd name="connsiteX73" fmla="*/ 512302 w 1289296"/>
              <a:gd name="connsiteY73" fmla="*/ 1009145 h 1253058"/>
              <a:gd name="connsiteX74" fmla="*/ 430753 w 1289296"/>
              <a:gd name="connsiteY74" fmla="*/ 954179 h 1253058"/>
              <a:gd name="connsiteX75" fmla="*/ 484819 w 1289296"/>
              <a:gd name="connsiteY75" fmla="*/ 954179 h 1253058"/>
              <a:gd name="connsiteX76" fmla="*/ 484819 w 1289296"/>
              <a:gd name="connsiteY76" fmla="*/ 1247958 h 1253058"/>
              <a:gd name="connsiteX77" fmla="*/ 430753 w 1289296"/>
              <a:gd name="connsiteY77" fmla="*/ 1247958 h 1253058"/>
              <a:gd name="connsiteX78" fmla="*/ 430753 w 1289296"/>
              <a:gd name="connsiteY78" fmla="*/ 1233677 h 1253058"/>
              <a:gd name="connsiteX79" fmla="*/ 365466 w 1289296"/>
              <a:gd name="connsiteY79" fmla="*/ 1253058 h 1253058"/>
              <a:gd name="connsiteX80" fmla="*/ 251213 w 1289296"/>
              <a:gd name="connsiteY80" fmla="*/ 1139831 h 1253058"/>
              <a:gd name="connsiteX81" fmla="*/ 365466 w 1289296"/>
              <a:gd name="connsiteY81" fmla="*/ 1026604 h 1253058"/>
              <a:gd name="connsiteX82" fmla="*/ 430753 w 1289296"/>
              <a:gd name="connsiteY82" fmla="*/ 1045985 h 1253058"/>
              <a:gd name="connsiteX83" fmla="*/ 430753 w 1289296"/>
              <a:gd name="connsiteY83" fmla="*/ 954179 h 1253058"/>
              <a:gd name="connsiteX84" fmla="*/ 743767 w 1289296"/>
              <a:gd name="connsiteY84" fmla="*/ 779403 h 1253058"/>
              <a:gd name="connsiteX85" fmla="*/ 1000985 w 1289296"/>
              <a:gd name="connsiteY85" fmla="*/ 779403 h 1253058"/>
              <a:gd name="connsiteX86" fmla="*/ 735601 w 1289296"/>
              <a:gd name="connsiteY86" fmla="*/ 886759 h 1253058"/>
              <a:gd name="connsiteX87" fmla="*/ 743767 w 1289296"/>
              <a:gd name="connsiteY87" fmla="*/ 779403 h 1253058"/>
              <a:gd name="connsiteX88" fmla="*/ 566409 w 1289296"/>
              <a:gd name="connsiteY88" fmla="*/ 779403 h 1253058"/>
              <a:gd name="connsiteX89" fmla="*/ 728731 w 1289296"/>
              <a:gd name="connsiteY89" fmla="*/ 779403 h 1253058"/>
              <a:gd name="connsiteX90" fmla="*/ 648081 w 1289296"/>
              <a:gd name="connsiteY90" fmla="*/ 893630 h 1253058"/>
              <a:gd name="connsiteX91" fmla="*/ 566409 w 1289296"/>
              <a:gd name="connsiteY91" fmla="*/ 779403 h 1253058"/>
              <a:gd name="connsiteX92" fmla="*/ 294154 w 1289296"/>
              <a:gd name="connsiteY92" fmla="*/ 779403 h 1253058"/>
              <a:gd name="connsiteX93" fmla="*/ 554013 w 1289296"/>
              <a:gd name="connsiteY93" fmla="*/ 779403 h 1253058"/>
              <a:gd name="connsiteX94" fmla="*/ 558089 w 1289296"/>
              <a:gd name="connsiteY94" fmla="*/ 886759 h 1253058"/>
              <a:gd name="connsiteX95" fmla="*/ 294154 w 1289296"/>
              <a:gd name="connsiteY95" fmla="*/ 779403 h 1253058"/>
              <a:gd name="connsiteX96" fmla="*/ 178639 w 1289296"/>
              <a:gd name="connsiteY96" fmla="*/ 685788 h 1253058"/>
              <a:gd name="connsiteX97" fmla="*/ 1116500 w 1289296"/>
              <a:gd name="connsiteY97" fmla="*/ 685788 h 1253058"/>
              <a:gd name="connsiteX98" fmla="*/ 1064454 w 1289296"/>
              <a:gd name="connsiteY98" fmla="*/ 731736 h 1253058"/>
              <a:gd name="connsiteX99" fmla="*/ 226603 w 1289296"/>
              <a:gd name="connsiteY99" fmla="*/ 731736 h 1253058"/>
              <a:gd name="connsiteX100" fmla="*/ 178639 w 1289296"/>
              <a:gd name="connsiteY100" fmla="*/ 685788 h 1253058"/>
              <a:gd name="connsiteX101" fmla="*/ 103061 w 1289296"/>
              <a:gd name="connsiteY101" fmla="*/ 583586 h 1253058"/>
              <a:gd name="connsiteX102" fmla="*/ 1192938 w 1289296"/>
              <a:gd name="connsiteY102" fmla="*/ 583586 h 1253058"/>
              <a:gd name="connsiteX103" fmla="*/ 1158242 w 1289296"/>
              <a:gd name="connsiteY103" fmla="*/ 633829 h 1253058"/>
              <a:gd name="connsiteX104" fmla="*/ 136737 w 1289296"/>
              <a:gd name="connsiteY104" fmla="*/ 633829 h 1253058"/>
              <a:gd name="connsiteX105" fmla="*/ 103061 w 1289296"/>
              <a:gd name="connsiteY105" fmla="*/ 583586 h 1253058"/>
              <a:gd name="connsiteX106" fmla="*/ 1287839 w 1289296"/>
              <a:gd name="connsiteY106" fmla="*/ 249924 h 1253058"/>
              <a:gd name="connsiteX107" fmla="*/ 1218479 w 1289296"/>
              <a:gd name="connsiteY107" fmla="*/ 535920 h 1253058"/>
              <a:gd name="connsiteX108" fmla="*/ 842098 w 1289296"/>
              <a:gd name="connsiteY108" fmla="*/ 535920 h 1253058"/>
              <a:gd name="connsiteX109" fmla="*/ 894118 w 1289296"/>
              <a:gd name="connsiteY109" fmla="*/ 465443 h 1253058"/>
              <a:gd name="connsiteX110" fmla="*/ 1287839 w 1289296"/>
              <a:gd name="connsiteY110" fmla="*/ 249924 h 1253058"/>
              <a:gd name="connsiteX111" fmla="*/ 9286 w 1289296"/>
              <a:gd name="connsiteY111" fmla="*/ 249924 h 1253058"/>
              <a:gd name="connsiteX112" fmla="*/ 404027 w 1289296"/>
              <a:gd name="connsiteY112" fmla="*/ 465443 h 1253058"/>
              <a:gd name="connsiteX113" fmla="*/ 456047 w 1289296"/>
              <a:gd name="connsiteY113" fmla="*/ 535920 h 1253058"/>
              <a:gd name="connsiteX114" fmla="*/ 77626 w 1289296"/>
              <a:gd name="connsiteY114" fmla="*/ 535920 h 1253058"/>
              <a:gd name="connsiteX115" fmla="*/ 9286 w 1289296"/>
              <a:gd name="connsiteY115" fmla="*/ 249924 h 1253058"/>
              <a:gd name="connsiteX116" fmla="*/ 647919 w 1289296"/>
              <a:gd name="connsiteY116" fmla="*/ 0 h 1253058"/>
              <a:gd name="connsiteX117" fmla="*/ 816334 w 1289296"/>
              <a:gd name="connsiteY117" fmla="*/ 445070 h 1253058"/>
              <a:gd name="connsiteX118" fmla="*/ 811231 w 1289296"/>
              <a:gd name="connsiteY118" fmla="*/ 535921 h 1253058"/>
              <a:gd name="connsiteX119" fmla="*/ 484608 w 1289296"/>
              <a:gd name="connsiteY119" fmla="*/ 535921 h 1253058"/>
              <a:gd name="connsiteX120" fmla="*/ 480525 w 1289296"/>
              <a:gd name="connsiteY120" fmla="*/ 445070 h 1253058"/>
              <a:gd name="connsiteX121" fmla="*/ 647919 w 1289296"/>
              <a:gd name="connsiteY121" fmla="*/ 0 h 125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89296" h="1253058">
                <a:moveTo>
                  <a:pt x="955140" y="1076565"/>
                </a:moveTo>
                <a:cubicBezTo>
                  <a:pt x="920554" y="1076565"/>
                  <a:pt x="891054" y="1105110"/>
                  <a:pt x="891054" y="1139771"/>
                </a:cubicBezTo>
                <a:cubicBezTo>
                  <a:pt x="891054" y="1173413"/>
                  <a:pt x="920554" y="1201957"/>
                  <a:pt x="955140" y="1201957"/>
                </a:cubicBezTo>
                <a:cubicBezTo>
                  <a:pt x="987692" y="1201957"/>
                  <a:pt x="1015157" y="1173413"/>
                  <a:pt x="1015157" y="1139771"/>
                </a:cubicBezTo>
                <a:cubicBezTo>
                  <a:pt x="1015157" y="1105110"/>
                  <a:pt x="987692" y="1076565"/>
                  <a:pt x="955140" y="1076565"/>
                </a:cubicBezTo>
                <a:close/>
                <a:moveTo>
                  <a:pt x="703316" y="1076565"/>
                </a:moveTo>
                <a:cubicBezTo>
                  <a:pt x="669674" y="1076565"/>
                  <a:pt x="641129" y="1105110"/>
                  <a:pt x="641129" y="1139771"/>
                </a:cubicBezTo>
                <a:cubicBezTo>
                  <a:pt x="641129" y="1173413"/>
                  <a:pt x="669674" y="1201957"/>
                  <a:pt x="703316" y="1201957"/>
                </a:cubicBezTo>
                <a:cubicBezTo>
                  <a:pt x="736957" y="1201957"/>
                  <a:pt x="766521" y="1173413"/>
                  <a:pt x="766521" y="1139771"/>
                </a:cubicBezTo>
                <a:cubicBezTo>
                  <a:pt x="766521" y="1105110"/>
                  <a:pt x="736957" y="1076565"/>
                  <a:pt x="703316" y="1076565"/>
                </a:cubicBezTo>
                <a:close/>
                <a:moveTo>
                  <a:pt x="368473" y="1076565"/>
                </a:moveTo>
                <a:cubicBezTo>
                  <a:pt x="332762" y="1076565"/>
                  <a:pt x="303173" y="1105110"/>
                  <a:pt x="303173" y="1139771"/>
                </a:cubicBezTo>
                <a:cubicBezTo>
                  <a:pt x="303173" y="1173413"/>
                  <a:pt x="332762" y="1201957"/>
                  <a:pt x="368473" y="1201957"/>
                </a:cubicBezTo>
                <a:cubicBezTo>
                  <a:pt x="401123" y="1201957"/>
                  <a:pt x="430712" y="1173413"/>
                  <a:pt x="430712" y="1139771"/>
                </a:cubicBezTo>
                <a:cubicBezTo>
                  <a:pt x="430712" y="1105110"/>
                  <a:pt x="401123" y="1076565"/>
                  <a:pt x="368473" y="1076565"/>
                </a:cubicBezTo>
                <a:close/>
                <a:moveTo>
                  <a:pt x="115568" y="1076565"/>
                </a:moveTo>
                <a:cubicBezTo>
                  <a:pt x="81854" y="1076565"/>
                  <a:pt x="53249" y="1105110"/>
                  <a:pt x="53249" y="1139771"/>
                </a:cubicBezTo>
                <a:cubicBezTo>
                  <a:pt x="53249" y="1173413"/>
                  <a:pt x="81854" y="1201957"/>
                  <a:pt x="115568" y="1201957"/>
                </a:cubicBezTo>
                <a:cubicBezTo>
                  <a:pt x="151324" y="1201957"/>
                  <a:pt x="179929" y="1173413"/>
                  <a:pt x="179929" y="1139771"/>
                </a:cubicBezTo>
                <a:cubicBezTo>
                  <a:pt x="179929" y="1105110"/>
                  <a:pt x="151324" y="1076565"/>
                  <a:pt x="115568" y="1076565"/>
                </a:cubicBezTo>
                <a:close/>
                <a:moveTo>
                  <a:pt x="512302" y="1029328"/>
                </a:moveTo>
                <a:lnTo>
                  <a:pt x="565551" y="1029328"/>
                </a:lnTo>
                <a:lnTo>
                  <a:pt x="565551" y="1247905"/>
                </a:lnTo>
                <a:lnTo>
                  <a:pt x="512302" y="1247905"/>
                </a:lnTo>
                <a:close/>
                <a:moveTo>
                  <a:pt x="1186657" y="1026322"/>
                </a:moveTo>
                <a:cubicBezTo>
                  <a:pt x="1240740" y="1026322"/>
                  <a:pt x="1275435" y="1055941"/>
                  <a:pt x="1279516" y="1097815"/>
                </a:cubicBezTo>
                <a:cubicBezTo>
                  <a:pt x="1279516" y="1097815"/>
                  <a:pt x="1279516" y="1097815"/>
                  <a:pt x="1224413" y="1097815"/>
                </a:cubicBezTo>
                <a:cubicBezTo>
                  <a:pt x="1223393" y="1086581"/>
                  <a:pt x="1222372" y="1068197"/>
                  <a:pt x="1188698" y="1068197"/>
                </a:cubicBezTo>
                <a:cubicBezTo>
                  <a:pt x="1167269" y="1068197"/>
                  <a:pt x="1152983" y="1072282"/>
                  <a:pt x="1150942" y="1087602"/>
                </a:cubicBezTo>
                <a:cubicBezTo>
                  <a:pt x="1150942" y="1110071"/>
                  <a:pt x="1196861" y="1109050"/>
                  <a:pt x="1232576" y="1118242"/>
                </a:cubicBezTo>
                <a:cubicBezTo>
                  <a:pt x="1266251" y="1127434"/>
                  <a:pt x="1288700" y="1147861"/>
                  <a:pt x="1288700" y="1177479"/>
                </a:cubicBezTo>
                <a:cubicBezTo>
                  <a:pt x="1288700" y="1231610"/>
                  <a:pt x="1243801" y="1253058"/>
                  <a:pt x="1189718" y="1253058"/>
                </a:cubicBezTo>
                <a:cubicBezTo>
                  <a:pt x="1129513" y="1253058"/>
                  <a:pt x="1091757" y="1222418"/>
                  <a:pt x="1090736" y="1177479"/>
                </a:cubicBezTo>
                <a:cubicBezTo>
                  <a:pt x="1090736" y="1177479"/>
                  <a:pt x="1090736" y="1177479"/>
                  <a:pt x="1147880" y="1177479"/>
                </a:cubicBezTo>
                <a:cubicBezTo>
                  <a:pt x="1147880" y="1191778"/>
                  <a:pt x="1156044" y="1212205"/>
                  <a:pt x="1192780" y="1212205"/>
                </a:cubicBezTo>
                <a:cubicBezTo>
                  <a:pt x="1218290" y="1212205"/>
                  <a:pt x="1229515" y="1197906"/>
                  <a:pt x="1229515" y="1186671"/>
                </a:cubicBezTo>
                <a:cubicBezTo>
                  <a:pt x="1228495" y="1170330"/>
                  <a:pt x="1207066" y="1167266"/>
                  <a:pt x="1182575" y="1165223"/>
                </a:cubicBezTo>
                <a:cubicBezTo>
                  <a:pt x="1160126" y="1161138"/>
                  <a:pt x="1140737" y="1156031"/>
                  <a:pt x="1126451" y="1149903"/>
                </a:cubicBezTo>
                <a:cubicBezTo>
                  <a:pt x="1107063" y="1139690"/>
                  <a:pt x="1095838" y="1119263"/>
                  <a:pt x="1095838" y="1096794"/>
                </a:cubicBezTo>
                <a:cubicBezTo>
                  <a:pt x="1095838" y="1056962"/>
                  <a:pt x="1129513" y="1026322"/>
                  <a:pt x="1186657" y="1026322"/>
                </a:cubicBezTo>
                <a:close/>
                <a:moveTo>
                  <a:pt x="952138" y="1026322"/>
                </a:moveTo>
                <a:cubicBezTo>
                  <a:pt x="976637" y="1026322"/>
                  <a:pt x="998075" y="1032450"/>
                  <a:pt x="1015429" y="1045727"/>
                </a:cubicBezTo>
                <a:cubicBezTo>
                  <a:pt x="1015429" y="1029386"/>
                  <a:pt x="1015429" y="1029386"/>
                  <a:pt x="1015429" y="1029386"/>
                </a:cubicBezTo>
                <a:cubicBezTo>
                  <a:pt x="1070553" y="1029386"/>
                  <a:pt x="1070553" y="1029386"/>
                  <a:pt x="1070553" y="1029386"/>
                </a:cubicBezTo>
                <a:cubicBezTo>
                  <a:pt x="1070553" y="1247951"/>
                  <a:pt x="1070553" y="1247951"/>
                  <a:pt x="1070553" y="1247951"/>
                </a:cubicBezTo>
                <a:cubicBezTo>
                  <a:pt x="1015429" y="1247951"/>
                  <a:pt x="1015429" y="1247951"/>
                  <a:pt x="1015429" y="1247951"/>
                </a:cubicBezTo>
                <a:cubicBezTo>
                  <a:pt x="1015429" y="1233653"/>
                  <a:pt x="1015429" y="1233653"/>
                  <a:pt x="1015429" y="1233653"/>
                </a:cubicBezTo>
                <a:cubicBezTo>
                  <a:pt x="998075" y="1245909"/>
                  <a:pt x="976637" y="1253058"/>
                  <a:pt x="952138" y="1253058"/>
                </a:cubicBezTo>
                <a:cubicBezTo>
                  <a:pt x="889867" y="1253058"/>
                  <a:pt x="837805" y="1201991"/>
                  <a:pt x="837805" y="1139690"/>
                </a:cubicBezTo>
                <a:cubicBezTo>
                  <a:pt x="837805" y="1076367"/>
                  <a:pt x="889867" y="1026322"/>
                  <a:pt x="952138" y="1026322"/>
                </a:cubicBezTo>
                <a:close/>
                <a:moveTo>
                  <a:pt x="113441" y="1026322"/>
                </a:moveTo>
                <a:cubicBezTo>
                  <a:pt x="137969" y="1026322"/>
                  <a:pt x="161475" y="1032450"/>
                  <a:pt x="179871" y="1045727"/>
                </a:cubicBezTo>
                <a:cubicBezTo>
                  <a:pt x="179871" y="1029386"/>
                  <a:pt x="179871" y="1029386"/>
                  <a:pt x="179871" y="1029386"/>
                </a:cubicBezTo>
                <a:cubicBezTo>
                  <a:pt x="234036" y="1029386"/>
                  <a:pt x="234036" y="1029386"/>
                  <a:pt x="234036" y="1029386"/>
                </a:cubicBezTo>
                <a:cubicBezTo>
                  <a:pt x="234036" y="1247951"/>
                  <a:pt x="234036" y="1247951"/>
                  <a:pt x="234036" y="1247951"/>
                </a:cubicBezTo>
                <a:cubicBezTo>
                  <a:pt x="179871" y="1247951"/>
                  <a:pt x="179871" y="1247951"/>
                  <a:pt x="179871" y="1247951"/>
                </a:cubicBezTo>
                <a:cubicBezTo>
                  <a:pt x="179871" y="1233653"/>
                  <a:pt x="179871" y="1233653"/>
                  <a:pt x="179871" y="1233653"/>
                </a:cubicBezTo>
                <a:cubicBezTo>
                  <a:pt x="161475" y="1245909"/>
                  <a:pt x="138991" y="1253058"/>
                  <a:pt x="113441" y="1253058"/>
                </a:cubicBezTo>
                <a:cubicBezTo>
                  <a:pt x="51100" y="1253058"/>
                  <a:pt x="0" y="1201991"/>
                  <a:pt x="0" y="1139690"/>
                </a:cubicBezTo>
                <a:cubicBezTo>
                  <a:pt x="0" y="1076367"/>
                  <a:pt x="51100" y="1026322"/>
                  <a:pt x="113441" y="1026322"/>
                </a:cubicBezTo>
                <a:close/>
                <a:moveTo>
                  <a:pt x="766282" y="954179"/>
                </a:moveTo>
                <a:cubicBezTo>
                  <a:pt x="819340" y="954179"/>
                  <a:pt x="819340" y="954179"/>
                  <a:pt x="819340" y="954179"/>
                </a:cubicBezTo>
                <a:cubicBezTo>
                  <a:pt x="819340" y="1247958"/>
                  <a:pt x="819340" y="1247958"/>
                  <a:pt x="819340" y="1247958"/>
                </a:cubicBezTo>
                <a:cubicBezTo>
                  <a:pt x="766282" y="1247958"/>
                  <a:pt x="766282" y="1247958"/>
                  <a:pt x="766282" y="1247958"/>
                </a:cubicBezTo>
                <a:cubicBezTo>
                  <a:pt x="766282" y="1233677"/>
                  <a:pt x="766282" y="1233677"/>
                  <a:pt x="766282" y="1233677"/>
                </a:cubicBezTo>
                <a:cubicBezTo>
                  <a:pt x="748936" y="1245918"/>
                  <a:pt x="725468" y="1253058"/>
                  <a:pt x="702000" y="1253058"/>
                </a:cubicBezTo>
                <a:cubicBezTo>
                  <a:pt x="638738" y="1253058"/>
                  <a:pt x="588740" y="1202055"/>
                  <a:pt x="588740" y="1139831"/>
                </a:cubicBezTo>
                <a:cubicBezTo>
                  <a:pt x="588740" y="1076587"/>
                  <a:pt x="638738" y="1026604"/>
                  <a:pt x="702000" y="1026604"/>
                </a:cubicBezTo>
                <a:cubicBezTo>
                  <a:pt x="725468" y="1026604"/>
                  <a:pt x="746895" y="1032724"/>
                  <a:pt x="766282" y="1045985"/>
                </a:cubicBezTo>
                <a:cubicBezTo>
                  <a:pt x="766282" y="954179"/>
                  <a:pt x="766282" y="954179"/>
                  <a:pt x="766282" y="954179"/>
                </a:cubicBezTo>
                <a:close/>
                <a:moveTo>
                  <a:pt x="512302" y="954179"/>
                </a:moveTo>
                <a:lnTo>
                  <a:pt x="565551" y="954179"/>
                </a:lnTo>
                <a:lnTo>
                  <a:pt x="565551" y="1009145"/>
                </a:lnTo>
                <a:lnTo>
                  <a:pt x="512302" y="1009145"/>
                </a:lnTo>
                <a:close/>
                <a:moveTo>
                  <a:pt x="430753" y="954179"/>
                </a:moveTo>
                <a:cubicBezTo>
                  <a:pt x="484819" y="954179"/>
                  <a:pt x="484819" y="954179"/>
                  <a:pt x="484819" y="954179"/>
                </a:cubicBezTo>
                <a:cubicBezTo>
                  <a:pt x="484819" y="1247958"/>
                  <a:pt x="484819" y="1247958"/>
                  <a:pt x="484819" y="1247958"/>
                </a:cubicBezTo>
                <a:cubicBezTo>
                  <a:pt x="430753" y="1247958"/>
                  <a:pt x="430753" y="1247958"/>
                  <a:pt x="430753" y="1247958"/>
                </a:cubicBezTo>
                <a:cubicBezTo>
                  <a:pt x="430753" y="1233677"/>
                  <a:pt x="430753" y="1233677"/>
                  <a:pt x="430753" y="1233677"/>
                </a:cubicBezTo>
                <a:cubicBezTo>
                  <a:pt x="411371" y="1245918"/>
                  <a:pt x="389949" y="1253058"/>
                  <a:pt x="365466" y="1253058"/>
                </a:cubicBezTo>
                <a:cubicBezTo>
                  <a:pt x="303239" y="1253058"/>
                  <a:pt x="251213" y="1202055"/>
                  <a:pt x="251213" y="1139831"/>
                </a:cubicBezTo>
                <a:cubicBezTo>
                  <a:pt x="251213" y="1076587"/>
                  <a:pt x="303239" y="1026604"/>
                  <a:pt x="365466" y="1026604"/>
                </a:cubicBezTo>
                <a:cubicBezTo>
                  <a:pt x="389949" y="1026604"/>
                  <a:pt x="411371" y="1032724"/>
                  <a:pt x="430753" y="1045985"/>
                </a:cubicBezTo>
                <a:cubicBezTo>
                  <a:pt x="430753" y="954179"/>
                  <a:pt x="430753" y="954179"/>
                  <a:pt x="430753" y="954179"/>
                </a:cubicBezTo>
                <a:close/>
                <a:moveTo>
                  <a:pt x="743767" y="779403"/>
                </a:moveTo>
                <a:cubicBezTo>
                  <a:pt x="743767" y="779403"/>
                  <a:pt x="743767" y="779403"/>
                  <a:pt x="1000985" y="779403"/>
                </a:cubicBezTo>
                <a:cubicBezTo>
                  <a:pt x="910142" y="846884"/>
                  <a:pt x="811134" y="881647"/>
                  <a:pt x="735601" y="886759"/>
                </a:cubicBezTo>
                <a:cubicBezTo>
                  <a:pt x="735601" y="859153"/>
                  <a:pt x="735601" y="820301"/>
                  <a:pt x="743767" y="779403"/>
                </a:cubicBezTo>
                <a:close/>
                <a:moveTo>
                  <a:pt x="566409" y="779403"/>
                </a:moveTo>
                <a:cubicBezTo>
                  <a:pt x="566409" y="779403"/>
                  <a:pt x="566409" y="779403"/>
                  <a:pt x="728731" y="779403"/>
                </a:cubicBezTo>
                <a:cubicBezTo>
                  <a:pt x="703209" y="828358"/>
                  <a:pt x="674624" y="866093"/>
                  <a:pt x="648081" y="893630"/>
                </a:cubicBezTo>
                <a:cubicBezTo>
                  <a:pt x="618475" y="866093"/>
                  <a:pt x="593973" y="828358"/>
                  <a:pt x="566409" y="779403"/>
                </a:cubicBezTo>
                <a:close/>
                <a:moveTo>
                  <a:pt x="294154" y="779403"/>
                </a:moveTo>
                <a:cubicBezTo>
                  <a:pt x="294154" y="779403"/>
                  <a:pt x="294154" y="779403"/>
                  <a:pt x="554013" y="779403"/>
                </a:cubicBezTo>
                <a:cubicBezTo>
                  <a:pt x="559108" y="820301"/>
                  <a:pt x="559108" y="859153"/>
                  <a:pt x="558089" y="886759"/>
                </a:cubicBezTo>
                <a:cubicBezTo>
                  <a:pt x="484717" y="881647"/>
                  <a:pt x="385869" y="846884"/>
                  <a:pt x="294154" y="779403"/>
                </a:cubicBezTo>
                <a:close/>
                <a:moveTo>
                  <a:pt x="178639" y="685788"/>
                </a:moveTo>
                <a:cubicBezTo>
                  <a:pt x="178639" y="685788"/>
                  <a:pt x="178639" y="685788"/>
                  <a:pt x="1116500" y="685788"/>
                </a:cubicBezTo>
                <a:cubicBezTo>
                  <a:pt x="1104254" y="703146"/>
                  <a:pt x="1084864" y="720504"/>
                  <a:pt x="1064454" y="731736"/>
                </a:cubicBezTo>
                <a:cubicBezTo>
                  <a:pt x="1064454" y="731736"/>
                  <a:pt x="1064454" y="731736"/>
                  <a:pt x="226603" y="731736"/>
                </a:cubicBezTo>
                <a:cubicBezTo>
                  <a:pt x="210275" y="720504"/>
                  <a:pt x="193947" y="703146"/>
                  <a:pt x="178639" y="685788"/>
                </a:cubicBezTo>
                <a:close/>
                <a:moveTo>
                  <a:pt x="103061" y="583586"/>
                </a:moveTo>
                <a:cubicBezTo>
                  <a:pt x="1192938" y="583586"/>
                  <a:pt x="1192938" y="583586"/>
                  <a:pt x="1192938" y="583586"/>
                </a:cubicBezTo>
                <a:cubicBezTo>
                  <a:pt x="1184774" y="598967"/>
                  <a:pt x="1171508" y="620499"/>
                  <a:pt x="1158242" y="633829"/>
                </a:cubicBezTo>
                <a:cubicBezTo>
                  <a:pt x="136737" y="633829"/>
                  <a:pt x="136737" y="633829"/>
                  <a:pt x="136737" y="633829"/>
                </a:cubicBezTo>
                <a:cubicBezTo>
                  <a:pt x="128573" y="623575"/>
                  <a:pt x="111225" y="599992"/>
                  <a:pt x="103061" y="583586"/>
                </a:cubicBezTo>
                <a:close/>
                <a:moveTo>
                  <a:pt x="1287839" y="249924"/>
                </a:moveTo>
                <a:cubicBezTo>
                  <a:pt x="1295999" y="333680"/>
                  <a:pt x="1269479" y="433779"/>
                  <a:pt x="1218479" y="535920"/>
                </a:cubicBezTo>
                <a:cubicBezTo>
                  <a:pt x="1218479" y="535920"/>
                  <a:pt x="1218479" y="535920"/>
                  <a:pt x="842098" y="535920"/>
                </a:cubicBezTo>
                <a:cubicBezTo>
                  <a:pt x="855358" y="511406"/>
                  <a:pt x="873718" y="488935"/>
                  <a:pt x="894118" y="465443"/>
                </a:cubicBezTo>
                <a:cubicBezTo>
                  <a:pt x="1003259" y="336744"/>
                  <a:pt x="1171559" y="258095"/>
                  <a:pt x="1287839" y="249924"/>
                </a:cubicBezTo>
                <a:close/>
                <a:moveTo>
                  <a:pt x="9286" y="249924"/>
                </a:moveTo>
                <a:cubicBezTo>
                  <a:pt x="125566" y="258095"/>
                  <a:pt x="293866" y="336744"/>
                  <a:pt x="404027" y="465443"/>
                </a:cubicBezTo>
                <a:cubicBezTo>
                  <a:pt x="422387" y="488935"/>
                  <a:pt x="441767" y="511406"/>
                  <a:pt x="456047" y="535920"/>
                </a:cubicBezTo>
                <a:cubicBezTo>
                  <a:pt x="456047" y="535920"/>
                  <a:pt x="456047" y="535920"/>
                  <a:pt x="77626" y="535920"/>
                </a:cubicBezTo>
                <a:cubicBezTo>
                  <a:pt x="27646" y="433779"/>
                  <a:pt x="2146" y="333680"/>
                  <a:pt x="9286" y="249924"/>
                </a:cubicBezTo>
                <a:close/>
                <a:moveTo>
                  <a:pt x="647919" y="0"/>
                </a:moveTo>
                <a:cubicBezTo>
                  <a:pt x="735699" y="82685"/>
                  <a:pt x="816334" y="267450"/>
                  <a:pt x="816334" y="445070"/>
                </a:cubicBezTo>
                <a:cubicBezTo>
                  <a:pt x="816334" y="478756"/>
                  <a:pt x="813272" y="506318"/>
                  <a:pt x="811231" y="535921"/>
                </a:cubicBezTo>
                <a:cubicBezTo>
                  <a:pt x="811231" y="535921"/>
                  <a:pt x="811231" y="535921"/>
                  <a:pt x="484608" y="535921"/>
                </a:cubicBezTo>
                <a:cubicBezTo>
                  <a:pt x="480525" y="506318"/>
                  <a:pt x="480525" y="478756"/>
                  <a:pt x="480525" y="445070"/>
                </a:cubicBezTo>
                <a:cubicBezTo>
                  <a:pt x="480525" y="267450"/>
                  <a:pt x="559119" y="82685"/>
                  <a:pt x="64791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142543" y="1143088"/>
            <a:ext cx="6477197" cy="2666509"/>
          </a:xfrm>
        </p:spPr>
        <p:txBody>
          <a:bodyPr tIns="0" bIns="190470" anchor="b"/>
          <a:lstStyle>
            <a:lvl1pPr>
              <a:lnSpc>
                <a:spcPct val="75000"/>
              </a:lnSpc>
              <a:defRPr sz="6300" b="1" i="0" spc="25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8pPr>
            <a:lvl9pPr algn="l"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Title of your presentation</a:t>
            </a:r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2543" y="3809597"/>
            <a:ext cx="4191411" cy="762233"/>
          </a:xfrm>
        </p:spPr>
        <p:txBody>
          <a:bodyPr tIns="0" anchor="t" anchorCtr="0"/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i="0" cap="all" spc="25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5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9"/>
          </p:nvPr>
        </p:nvSpPr>
        <p:spPr bwMode="gray">
          <a:xfrm>
            <a:off x="10667213" y="6953115"/>
            <a:ext cx="763800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E2F4D754-A9F1-41F2-9E4E-A0334A4EAF66}" type="datetime5">
              <a:rPr lang="zh-CN" alt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2023/10/19</a:t>
            </a:fld>
            <a:endParaRPr>
              <a:solidFill>
                <a:prstClr val="black">
                  <a:alpha val="0"/>
                </a:prstClr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20"/>
          </p:nvPr>
        </p:nvSpPr>
        <p:spPr bwMode="gray">
          <a:xfrm>
            <a:off x="1142718" y="6953115"/>
            <a:ext cx="3048187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>
                    <a:alpha val="0"/>
                  </a:prstClr>
                </a:solidFill>
              </a:rPr>
              <a:t>2021 ADIDAS AG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1"/>
          </p:nvPr>
        </p:nvSpPr>
        <p:spPr bwMode="gray">
          <a:xfrm>
            <a:off x="11429608" y="6952918"/>
            <a:ext cx="381742" cy="95575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alpha val="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67269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1142699" y="1143342"/>
            <a:ext cx="1524114" cy="761886"/>
          </a:xfrm>
        </p:spPr>
        <p:txBody>
          <a:bodyPr lIns="0" anchor="t"/>
          <a:lstStyle>
            <a:lvl1pPr algn="l">
              <a:lnSpc>
                <a:spcPct val="75000"/>
              </a:lnSpc>
              <a:defRPr sz="2400" b="1" i="0" cap="all" spc="25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75000"/>
              </a:lnSpc>
              <a:defRPr b="1" spc="25" baseline="0">
                <a:latin typeface="+mj-lt"/>
              </a:defRPr>
            </a:lvl2pPr>
            <a:lvl3pPr>
              <a:lnSpc>
                <a:spcPct val="75000"/>
              </a:lnSpc>
              <a:defRPr b="1" spc="25" baseline="0">
                <a:latin typeface="+mj-lt"/>
              </a:defRPr>
            </a:lvl3pPr>
            <a:lvl4pPr>
              <a:lnSpc>
                <a:spcPct val="75000"/>
              </a:lnSpc>
              <a:defRPr b="1" spc="25" baseline="0">
                <a:latin typeface="+mj-lt"/>
              </a:defRPr>
            </a:lvl4pPr>
            <a:lvl5pPr>
              <a:lnSpc>
                <a:spcPct val="75000"/>
              </a:lnSpc>
              <a:defRPr b="1" spc="25" baseline="0">
                <a:latin typeface="+mj-lt"/>
              </a:defRPr>
            </a:lvl5pPr>
            <a:lvl6pPr>
              <a:lnSpc>
                <a:spcPct val="75000"/>
              </a:lnSpc>
              <a:defRPr b="1" spc="25" baseline="0"/>
            </a:lvl6pPr>
            <a:lvl7pPr>
              <a:lnSpc>
                <a:spcPct val="75000"/>
              </a:lnSpc>
              <a:defRPr b="1" spc="25" baseline="0"/>
            </a:lvl7pPr>
            <a:lvl8pPr>
              <a:lnSpc>
                <a:spcPct val="75000"/>
              </a:lnSpc>
              <a:defRPr b="1" spc="25" baseline="0"/>
            </a:lvl8pPr>
            <a:lvl9pPr algn="l">
              <a:lnSpc>
                <a:spcPct val="75000"/>
              </a:lnSpc>
              <a:defRPr b="1" spc="25" baseline="0"/>
            </a:lvl9pPr>
          </a:lstStyle>
          <a:p>
            <a:pPr lvl="0"/>
            <a:r>
              <a:rPr lang="en-US" noProof="0"/>
              <a:t>Content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047836" y="1143343"/>
            <a:ext cx="8001468" cy="4571317"/>
          </a:xfrm>
        </p:spPr>
        <p:txBody>
          <a:bodyPr anchor="t" anchorCtr="0">
            <a:normAutofit/>
          </a:bodyPr>
          <a:lstStyle>
            <a:lvl1pPr marL="381324" indent="-381324" algn="l">
              <a:lnSpc>
                <a:spcPct val="75000"/>
              </a:lnSpc>
              <a:spcBef>
                <a:spcPts val="1587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defRPr sz="3700" b="1" i="0" cap="all" spc="25" baseline="0">
                <a:solidFill>
                  <a:schemeClr val="tx1"/>
                </a:solidFill>
                <a:latin typeface="+mj-lt"/>
              </a:defRPr>
            </a:lvl1pPr>
            <a:lvl2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normalizeH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3pPr>
            <a:lvl4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4pPr>
            <a:lvl5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5pPr>
            <a:lvl6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6pPr>
            <a:lvl7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7pPr>
            <a:lvl8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8pPr>
            <a:lvl9pPr marL="381324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9pPr>
          </a:lstStyle>
          <a:p>
            <a:pPr lvl="0"/>
            <a:r>
              <a:rPr lang="en-US" noProof="0"/>
              <a:t>ADD an AGENDA POINT HERE</a:t>
            </a:r>
            <a:endParaRPr lang="en-US"/>
          </a:p>
          <a:p>
            <a:pPr lvl="1"/>
            <a:r>
              <a:rPr lang="en-US" noProof="0"/>
              <a:t>Speaker, time or additional information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199A99-0A27-4ABE-A93C-26DD139CF6F0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58926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 bwMode="gray">
          <a:xfrm>
            <a:off x="94219" y="95379"/>
            <a:ext cx="12003565" cy="6667244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>
          <a:xfrm>
            <a:off x="1142149" y="1523499"/>
            <a:ext cx="6478082" cy="3048457"/>
          </a:xfrm>
        </p:spPr>
        <p:txBody>
          <a:bodyPr/>
          <a:lstStyle>
            <a:lvl1pPr algn="l">
              <a:lnSpc>
                <a:spcPct val="75000"/>
              </a:lnSpc>
              <a:defRPr sz="6300" b="1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5" baseline="0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5" baseline="0">
                <a:solidFill>
                  <a:schemeClr val="bg1"/>
                </a:solidFill>
              </a:defRPr>
            </a:lvl7pPr>
            <a:lvl8pPr algn="l">
              <a:lnSpc>
                <a:spcPct val="75000"/>
              </a:lnSpc>
              <a:defRPr sz="6300" b="1" spc="25" baseline="0">
                <a:solidFill>
                  <a:schemeClr val="bg1"/>
                </a:solidFill>
              </a:defRPr>
            </a:lvl8pPr>
            <a:lvl9pPr algn="l">
              <a:lnSpc>
                <a:spcPct val="75000"/>
              </a:lnSpc>
              <a:defRPr sz="6300" b="1" spc="25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This is a divider page. Fill this textbox </a:t>
            </a:r>
            <a:br>
              <a:rPr lang="en-US"/>
            </a:br>
            <a:r>
              <a:rPr lang="en-US"/>
              <a:t>with the name of the chapter.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142849" y="1143088"/>
            <a:ext cx="3429196" cy="380064"/>
          </a:xfrm>
        </p:spPr>
        <p:txBody>
          <a:bodyPr anchor="t"/>
          <a:lstStyle>
            <a:lvl1pPr marL="0" indent="0" algn="l">
              <a:lnSpc>
                <a:spcPct val="75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5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Chapter ##</a:t>
            </a:r>
          </a:p>
        </p:txBody>
      </p:sp>
    </p:spTree>
    <p:extLst>
      <p:ext uri="{BB962C8B-B14F-4D97-AF65-F5344CB8AC3E}">
        <p14:creationId xmlns:p14="http://schemas.microsoft.com/office/powerpoint/2010/main" val="103012975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68056EF-5163-451E-9FA5-8EFF24552B9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6542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96827153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6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AE08F70-E088-4F49-AAC1-B770CCB55B33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6542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73158765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8001330" y="2667030"/>
            <a:ext cx="2664177" cy="304867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380673" y="381457"/>
            <a:ext cx="6477195" cy="5333532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This is a slide for typo only. You can use it for a big long key message or for a quote. Increase font size </a:t>
            </a:r>
            <a:br>
              <a:rPr lang="en-US"/>
            </a:br>
            <a:r>
              <a:rPr lang="en-US"/>
              <a:t>if necessary, </a:t>
            </a:r>
            <a:br>
              <a:rPr lang="en-US"/>
            </a:br>
            <a:r>
              <a:rPr lang="en-US"/>
              <a:t>don’t decrease 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82A5650-7F85-4653-BC08-25B6AD6808F1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216898870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7239591" y="381456"/>
            <a:ext cx="4571758" cy="609548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380671" y="1524284"/>
            <a:ext cx="6096394" cy="4571658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1" y="381456"/>
            <a:ext cx="6096394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BD5C447-7C47-47F3-84B9-60B0CD8F0AFC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6096527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73646186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7238943" y="381455"/>
            <a:ext cx="4572407" cy="304754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1" y="1524284"/>
            <a:ext cx="6096394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7239592" y="3429003"/>
            <a:ext cx="4571758" cy="30479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3" y="381456"/>
            <a:ext cx="6096526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92B0ED82-D447-4A1E-A388-7D7C5556CAAF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6096527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19259478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7239196" y="381455"/>
            <a:ext cx="2286395" cy="304842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9525590" y="381455"/>
            <a:ext cx="2285758" cy="3047547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7239196" y="3429003"/>
            <a:ext cx="2286395" cy="304793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9525590" y="3429001"/>
            <a:ext cx="2285758" cy="304893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1" y="1524284"/>
            <a:ext cx="6096394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3" y="381456"/>
            <a:ext cx="6096526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772864B-0FA2-4776-8A46-D219EB14FC62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6096527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424290682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5714805" y="381456"/>
            <a:ext cx="6096545" cy="6095091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380671" y="1524286"/>
            <a:ext cx="4572133" cy="4571483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1" y="381456"/>
            <a:ext cx="4572133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52B4717-40DC-4DBA-9209-7C6229836929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4572133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42694376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5714069" y="381455"/>
            <a:ext cx="6097281" cy="304754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1" y="1524284"/>
            <a:ext cx="4572133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5714935" y="3429003"/>
            <a:ext cx="6096415" cy="30479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1" y="381456"/>
            <a:ext cx="4572133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C79D21A-3680-4D47-A7FC-4F731B13ECD1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4572133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17110298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5714937" y="381455"/>
            <a:ext cx="3048525" cy="304842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763461" y="381455"/>
            <a:ext cx="3047888" cy="3047547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5714935" y="3429003"/>
            <a:ext cx="3048525" cy="304793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8763460" y="3429001"/>
            <a:ext cx="3047890" cy="304893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4" y="1524284"/>
            <a:ext cx="4572131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1" y="381456"/>
            <a:ext cx="4572133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7864DBC-B528-4359-BF9F-EE09AE8EF074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4572133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959459308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4190905" y="381456"/>
            <a:ext cx="7620446" cy="6095091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380672" y="1524286"/>
            <a:ext cx="3047870" cy="4571483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6"/>
            <a:ext cx="3047870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DF249A35-F4FA-4A95-9204-11809CF78FC0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8819163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4190674" y="381455"/>
            <a:ext cx="7620678" cy="304754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3047870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4191758" y="3429003"/>
            <a:ext cx="7619594" cy="30479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6"/>
            <a:ext cx="3047870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780FC9E-52C1-48ED-9D73-F1C6B74F907A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4147738529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4190673" y="381455"/>
            <a:ext cx="3810656" cy="304842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001326" y="381455"/>
            <a:ext cx="3810023" cy="3047547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4190671" y="3429003"/>
            <a:ext cx="3810656" cy="304793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8001326" y="3429001"/>
            <a:ext cx="3810023" cy="304893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3" y="1524284"/>
            <a:ext cx="3047868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6"/>
            <a:ext cx="3047870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74F145ED-EC4A-4E34-AB5C-9AF8FB6F8A58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833005358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5714979" y="2"/>
            <a:ext cx="6477023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6477066" y="762236"/>
            <a:ext cx="3429722" cy="41912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3" y="1524284"/>
            <a:ext cx="4572260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3" y="381456"/>
            <a:ext cx="4572260" cy="380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23715818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6477066" y="381455"/>
            <a:ext cx="5334787" cy="5334245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1142148" y="3809069"/>
            <a:ext cx="3048394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 bwMode="gray">
          <a:xfrm>
            <a:off x="1142149" y="381456"/>
            <a:ext cx="4572786" cy="3427612"/>
          </a:xfrm>
        </p:spPr>
        <p:txBody>
          <a:bodyPr bIns="190470" anchor="b"/>
          <a:lstStyle>
            <a:lvl1pPr>
              <a:lnSpc>
                <a:spcPct val="75000"/>
              </a:lnSpc>
              <a:defRPr sz="6300" baseline="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four lines </a:t>
            </a:r>
            <a:br>
              <a:rPr lang="en-US"/>
            </a:br>
            <a:r>
              <a:rPr lang="en-US"/>
              <a:t>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4638BF9-8DE7-4F4C-B7CE-5363CE864E1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2154233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380017" y="381455"/>
            <a:ext cx="5332554" cy="5334245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6477065" y="3809069"/>
            <a:ext cx="3047956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19"/>
          <p:cNvSpPr>
            <a:spLocks noGrp="1"/>
          </p:cNvSpPr>
          <p:nvPr>
            <p:ph type="title" hasCustomPrompt="1"/>
          </p:nvPr>
        </p:nvSpPr>
        <p:spPr bwMode="gray">
          <a:xfrm>
            <a:off x="6477067" y="381456"/>
            <a:ext cx="4953945" cy="3427612"/>
          </a:xfrm>
        </p:spPr>
        <p:txBody>
          <a:bodyPr bIns="190470" anchor="b"/>
          <a:lstStyle>
            <a:lvl1pPr>
              <a:lnSpc>
                <a:spcPct val="75000"/>
              </a:lnSpc>
              <a:defRPr sz="6300" baseline="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four lines </a:t>
            </a:r>
            <a:br>
              <a:rPr lang="en-US"/>
            </a:br>
            <a:r>
              <a:rPr lang="en-US"/>
              <a:t>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AC76921-5308-4372-BD87-E3324E71886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97313359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1" y="2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2"/>
          </p:nvPr>
        </p:nvSpPr>
        <p:spPr bwMode="gray">
          <a:xfrm>
            <a:off x="380016" y="762235"/>
            <a:ext cx="5334917" cy="4190707"/>
          </a:xfrm>
          <a:solidFill>
            <a:schemeClr val="bg2">
              <a:lumMod val="20000"/>
              <a:lumOff val="80000"/>
            </a:schemeClr>
          </a:solidFill>
        </p:spPr>
        <p:txBody>
          <a:bodyPr tIns="0"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8763460" y="4190971"/>
            <a:ext cx="2666824" cy="1904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4952805" y="1524073"/>
            <a:ext cx="5714407" cy="2285913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three lines 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01A575A7-94C9-44CB-8CA4-DB8DE080595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7024326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1" y="2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2"/>
          </p:nvPr>
        </p:nvSpPr>
        <p:spPr bwMode="gray">
          <a:xfrm>
            <a:off x="380016" y="762235"/>
            <a:ext cx="3810656" cy="4190707"/>
          </a:xfrm>
          <a:solidFill>
            <a:schemeClr val="bg2">
              <a:lumMod val="20000"/>
              <a:lumOff val="80000"/>
            </a:schemeClr>
          </a:solidFill>
        </p:spPr>
        <p:txBody>
          <a:bodyPr tIns="0"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8763460" y="4190971"/>
            <a:ext cx="2666824" cy="1904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3428542" y="1524074"/>
            <a:ext cx="4572217" cy="4190839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several lines. Even fill </a:t>
            </a:r>
            <a:br>
              <a:rPr lang="en-US"/>
            </a:br>
            <a:r>
              <a:rPr lang="en-US"/>
              <a:t>this textbox completely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90881DA6-E2AC-4E41-BE98-916C5C6579E4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9679491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1" y="2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1142716" y="4189265"/>
            <a:ext cx="3047956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1142718" y="761653"/>
            <a:ext cx="4953282" cy="3427610"/>
          </a:xfrm>
        </p:spPr>
        <p:txBody>
          <a:bodyPr bIns="190470" anchor="b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four lines </a:t>
            </a:r>
            <a:br>
              <a:rPr lang="en-US"/>
            </a:br>
            <a:r>
              <a:rPr lang="en-US"/>
              <a:t>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69E86E07-0ED5-4091-9035-A31013CC193F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2540529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672" y="381456"/>
            <a:ext cx="3047871" cy="609542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3428544" y="381456"/>
            <a:ext cx="3047650" cy="3047544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3428544" y="3429000"/>
            <a:ext cx="3047650" cy="3047544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6476192" y="381456"/>
            <a:ext cx="5335157" cy="6095089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1142148" y="1143089"/>
            <a:ext cx="6477589" cy="3048146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change the size of this textbox to ensure readability.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E327B00-83C2-457D-8D50-102112B81C8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74747355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1" y="0"/>
            <a:ext cx="3047475" cy="685792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3047476" y="2"/>
            <a:ext cx="3047475" cy="228604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3047476" y="2286045"/>
            <a:ext cx="3047475" cy="228604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3047476" y="4572088"/>
            <a:ext cx="3047475" cy="228604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6"/>
          </p:nvPr>
        </p:nvSpPr>
        <p:spPr bwMode="gray">
          <a:xfrm>
            <a:off x="6094952" y="1"/>
            <a:ext cx="2668203" cy="3428999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7"/>
          </p:nvPr>
        </p:nvSpPr>
        <p:spPr bwMode="gray">
          <a:xfrm>
            <a:off x="6094952" y="3429001"/>
            <a:ext cx="2668203" cy="3428999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8763154" y="0"/>
            <a:ext cx="3428847" cy="6857927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8946864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6"/>
          </p:nvPr>
        </p:nvSpPr>
        <p:spPr bwMode="gray">
          <a:xfrm>
            <a:off x="1" y="1"/>
            <a:ext cx="5714934" cy="6857474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28"/>
          </p:nvPr>
        </p:nvSpPr>
        <p:spPr bwMode="gray">
          <a:xfrm>
            <a:off x="5714935" y="526"/>
            <a:ext cx="6477416" cy="6857476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7"/>
          </p:nvPr>
        </p:nvSpPr>
        <p:spPr bwMode="gray">
          <a:xfrm>
            <a:off x="6477067" y="761653"/>
            <a:ext cx="4190144" cy="4191815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1142716" y="4189265"/>
            <a:ext cx="3047956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1142719" y="761653"/>
            <a:ext cx="3810087" cy="3427610"/>
          </a:xfrm>
        </p:spPr>
        <p:txBody>
          <a:bodyPr bIns="190470" anchor="b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</a:t>
            </a:r>
            <a:br>
              <a:rPr lang="en-US"/>
            </a:br>
            <a:r>
              <a:rPr lang="en-US"/>
              <a:t>over four lines or less.</a:t>
            </a:r>
          </a:p>
        </p:txBody>
      </p:sp>
    </p:spTree>
    <p:extLst>
      <p:ext uri="{BB962C8B-B14F-4D97-AF65-F5344CB8AC3E}">
        <p14:creationId xmlns:p14="http://schemas.microsoft.com/office/powerpoint/2010/main" val="1248185399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149" y="1524072"/>
            <a:ext cx="3810523" cy="3047883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4190673" y="1524072"/>
            <a:ext cx="3810523" cy="304788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8001196" y="1524072"/>
            <a:ext cx="3810523" cy="304788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80017" y="4952942"/>
            <a:ext cx="3429853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32"/>
          </p:nvPr>
        </p:nvSpPr>
        <p:spPr bwMode="gray">
          <a:xfrm>
            <a:off x="4190674" y="4952942"/>
            <a:ext cx="3429853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3"/>
          </p:nvPr>
        </p:nvSpPr>
        <p:spPr bwMode="gray">
          <a:xfrm>
            <a:off x="8001331" y="4952942"/>
            <a:ext cx="3429853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20100098-715D-43C8-868E-C5A84E49F2FB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132451838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Description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9607" y="381116"/>
            <a:ext cx="2667724" cy="3809854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6477331" y="381116"/>
            <a:ext cx="2667724" cy="3809854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9145054" y="381116"/>
            <a:ext cx="2667724" cy="3809854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>
          <a:xfrm>
            <a:off x="380672" y="381456"/>
            <a:ext cx="3047870" cy="30475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809609" y="4571955"/>
            <a:ext cx="2286393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32"/>
          </p:nvPr>
        </p:nvSpPr>
        <p:spPr bwMode="gray">
          <a:xfrm>
            <a:off x="6477330" y="4571955"/>
            <a:ext cx="2286393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3"/>
          </p:nvPr>
        </p:nvSpPr>
        <p:spPr bwMode="gray">
          <a:xfrm>
            <a:off x="9145055" y="4571955"/>
            <a:ext cx="2286393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63C741AD-6644-4AE0-B33C-16896427E53C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74140792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+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149" y="1524072"/>
            <a:ext cx="2857857" cy="3047883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3238008" y="1524072"/>
            <a:ext cx="2862502" cy="304788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6100509" y="1524072"/>
            <a:ext cx="2860117" cy="304788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8960626" y="1524072"/>
            <a:ext cx="2860117" cy="304788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80017" y="4952942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35"/>
          </p:nvPr>
        </p:nvSpPr>
        <p:spPr bwMode="gray">
          <a:xfrm>
            <a:off x="3238007" y="4952942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8"/>
          <p:cNvSpPr>
            <a:spLocks noGrp="1"/>
          </p:cNvSpPr>
          <p:nvPr>
            <p:ph type="body" sz="quarter" idx="36"/>
          </p:nvPr>
        </p:nvSpPr>
        <p:spPr bwMode="gray">
          <a:xfrm>
            <a:off x="6100510" y="4952942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7"/>
          </p:nvPr>
        </p:nvSpPr>
        <p:spPr bwMode="gray">
          <a:xfrm>
            <a:off x="8960627" y="4952942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5DC62ADE-406C-4196-A0D7-998CA9D2E8E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54026730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+ Description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428541" y="381116"/>
            <a:ext cx="2095628" cy="3809854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5524168" y="381116"/>
            <a:ext cx="2095628" cy="3809854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7619795" y="381116"/>
            <a:ext cx="2095628" cy="3809854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9715424" y="381116"/>
            <a:ext cx="2095628" cy="3809854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>
          <a:xfrm>
            <a:off x="380672" y="381456"/>
            <a:ext cx="2666804" cy="30475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428542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35"/>
          </p:nvPr>
        </p:nvSpPr>
        <p:spPr bwMode="gray">
          <a:xfrm>
            <a:off x="5524168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8"/>
          <p:cNvSpPr>
            <a:spLocks noGrp="1"/>
          </p:cNvSpPr>
          <p:nvPr>
            <p:ph type="body" sz="quarter" idx="36"/>
          </p:nvPr>
        </p:nvSpPr>
        <p:spPr bwMode="gray">
          <a:xfrm>
            <a:off x="7619795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7"/>
          </p:nvPr>
        </p:nvSpPr>
        <p:spPr bwMode="gray">
          <a:xfrm>
            <a:off x="9715424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5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698" indent="-237698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3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02C6CCC6-AF6C-496E-85C1-45F8705EB032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7349264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380018" y="380068"/>
            <a:ext cx="6859180" cy="2286961"/>
          </a:xfrm>
        </p:spPr>
        <p:txBody>
          <a:bodyPr bIns="190470" anchor="t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write over three lines or less.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016" y="3048017"/>
            <a:ext cx="3810656" cy="3047882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001330" y="381117"/>
            <a:ext cx="3810021" cy="495281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4"/>
          </p:nvPr>
        </p:nvSpPr>
        <p:spPr bwMode="gray">
          <a:xfrm>
            <a:off x="4571739" y="3048015"/>
            <a:ext cx="2667459" cy="2285911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7EE08C3-0813-41F7-A9F9-BFAA86A463A2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86166488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4952802" y="380069"/>
            <a:ext cx="6476804" cy="2667947"/>
          </a:xfrm>
        </p:spPr>
        <p:txBody>
          <a:bodyPr bIns="190470" anchor="t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write over three lines or less.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1" y="0"/>
            <a:ext cx="4190672" cy="5714913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7239197" y="4953074"/>
            <a:ext cx="3048525" cy="1904928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4"/>
          </p:nvPr>
        </p:nvSpPr>
        <p:spPr bwMode="gray">
          <a:xfrm>
            <a:off x="4952803" y="3048015"/>
            <a:ext cx="4191723" cy="152394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ED50FE0-46D2-4F3B-9B65-C72187036D5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>
          <a:xfrm>
            <a:off x="1142717" y="6477934"/>
            <a:ext cx="5334480" cy="379993"/>
          </a:xfrm>
        </p:spPr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383986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380018" y="3048015"/>
            <a:ext cx="6859180" cy="3047883"/>
          </a:xfrm>
        </p:spPr>
        <p:txBody>
          <a:bodyPr bIns="190470" anchor="t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write over four lines or less.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2" y="0"/>
            <a:ext cx="8763459" cy="2667029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001330" y="4190971"/>
            <a:ext cx="3810021" cy="1904928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4"/>
          </p:nvPr>
        </p:nvSpPr>
        <p:spPr bwMode="gray">
          <a:xfrm>
            <a:off x="9144525" y="380069"/>
            <a:ext cx="2667328" cy="2286699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A61B109-2F8B-41E6-8056-2A55A424E337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08611317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mer Profile 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 bwMode="gray">
          <a:xfrm>
            <a:off x="38001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39"/>
          <p:cNvSpPr>
            <a:spLocks noGrp="1"/>
          </p:cNvSpPr>
          <p:nvPr>
            <p:ph type="body" sz="quarter" idx="14"/>
          </p:nvPr>
        </p:nvSpPr>
        <p:spPr bwMode="gray">
          <a:xfrm>
            <a:off x="380960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39"/>
          <p:cNvSpPr>
            <a:spLocks noGrp="1"/>
          </p:cNvSpPr>
          <p:nvPr>
            <p:ph type="body" sz="quarter" idx="15"/>
          </p:nvPr>
        </p:nvSpPr>
        <p:spPr bwMode="gray">
          <a:xfrm>
            <a:off x="723919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 bwMode="gray">
          <a:xfrm>
            <a:off x="3810638" y="1639903"/>
            <a:ext cx="297995" cy="265156"/>
            <a:chOff x="3511551" y="-1402656"/>
            <a:chExt cx="1443038" cy="1284288"/>
          </a:xfrm>
        </p:grpSpPr>
        <p:sp>
          <p:nvSpPr>
            <p:cNvPr id="38" name="Freeform 6"/>
            <p:cNvSpPr/>
            <p:nvPr/>
          </p:nvSpPr>
          <p:spPr bwMode="gray">
            <a:xfrm>
              <a:off x="3511551" y="-1208981"/>
              <a:ext cx="1443038" cy="1090613"/>
            </a:xfrm>
            <a:custGeom>
              <a:avLst/>
              <a:gdLst>
                <a:gd name="T0" fmla="*/ 620 w 909"/>
                <a:gd name="T1" fmla="*/ 0 h 687"/>
                <a:gd name="T2" fmla="*/ 909 w 909"/>
                <a:gd name="T3" fmla="*/ 0 h 687"/>
                <a:gd name="T4" fmla="*/ 909 w 909"/>
                <a:gd name="T5" fmla="*/ 687 h 687"/>
                <a:gd name="T6" fmla="*/ 0 w 909"/>
                <a:gd name="T7" fmla="*/ 687 h 687"/>
                <a:gd name="T8" fmla="*/ 0 w 909"/>
                <a:gd name="T9" fmla="*/ 0 h 687"/>
                <a:gd name="T10" fmla="*/ 290 w 909"/>
                <a:gd name="T11" fmla="*/ 0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9" h="687">
                  <a:moveTo>
                    <a:pt x="620" y="0"/>
                  </a:moveTo>
                  <a:lnTo>
                    <a:pt x="909" y="0"/>
                  </a:lnTo>
                  <a:lnTo>
                    <a:pt x="909" y="687"/>
                  </a:lnTo>
                  <a:lnTo>
                    <a:pt x="0" y="687"/>
                  </a:lnTo>
                  <a:lnTo>
                    <a:pt x="0" y="0"/>
                  </a:lnTo>
                  <a:lnTo>
                    <a:pt x="290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9" name="Freeform 7"/>
            <p:cNvSpPr/>
            <p:nvPr/>
          </p:nvSpPr>
          <p:spPr bwMode="gray">
            <a:xfrm>
              <a:off x="3676651" y="-913706"/>
              <a:ext cx="528638" cy="628650"/>
            </a:xfrm>
            <a:custGeom>
              <a:avLst/>
              <a:gdLst>
                <a:gd name="T0" fmla="*/ 0 w 333"/>
                <a:gd name="T1" fmla="*/ 0 h 396"/>
                <a:gd name="T2" fmla="*/ 333 w 333"/>
                <a:gd name="T3" fmla="*/ 0 h 396"/>
                <a:gd name="T4" fmla="*/ 333 w 333"/>
                <a:gd name="T5" fmla="*/ 396 h 396"/>
                <a:gd name="T6" fmla="*/ 0 w 333"/>
                <a:gd name="T7" fmla="*/ 396 h 396"/>
                <a:gd name="T8" fmla="*/ 0 w 333"/>
                <a:gd name="T9" fmla="*/ 0 h 396"/>
                <a:gd name="T10" fmla="*/ 0 w 333"/>
                <a:gd name="T11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396">
                  <a:moveTo>
                    <a:pt x="0" y="0"/>
                  </a:moveTo>
                  <a:lnTo>
                    <a:pt x="333" y="0"/>
                  </a:lnTo>
                  <a:lnTo>
                    <a:pt x="333" y="396"/>
                  </a:lnTo>
                  <a:lnTo>
                    <a:pt x="0" y="3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3" name="Freeform 8"/>
            <p:cNvSpPr/>
            <p:nvPr/>
          </p:nvSpPr>
          <p:spPr bwMode="gray">
            <a:xfrm>
              <a:off x="3676651" y="-481906"/>
              <a:ext cx="528638" cy="196850"/>
            </a:xfrm>
            <a:custGeom>
              <a:avLst/>
              <a:gdLst>
                <a:gd name="T0" fmla="*/ 70 w 140"/>
                <a:gd name="T1" fmla="*/ 52 h 52"/>
                <a:gd name="T2" fmla="*/ 140 w 140"/>
                <a:gd name="T3" fmla="*/ 52 h 52"/>
                <a:gd name="T4" fmla="*/ 140 w 140"/>
                <a:gd name="T5" fmla="*/ 22 h 52"/>
                <a:gd name="T6" fmla="*/ 70 w 140"/>
                <a:gd name="T7" fmla="*/ 0 h 52"/>
                <a:gd name="T8" fmla="*/ 0 w 140"/>
                <a:gd name="T9" fmla="*/ 22 h 52"/>
                <a:gd name="T10" fmla="*/ 0 w 140"/>
                <a:gd name="T11" fmla="*/ 52 h 52"/>
                <a:gd name="T12" fmla="*/ 70 w 140"/>
                <a:gd name="T13" fmla="*/ 52 h 52"/>
                <a:gd name="T14" fmla="*/ 70 w 140"/>
                <a:gd name="T1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52">
                  <a:moveTo>
                    <a:pt x="70" y="52"/>
                  </a:moveTo>
                  <a:cubicBezTo>
                    <a:pt x="140" y="52"/>
                    <a:pt x="140" y="52"/>
                    <a:pt x="140" y="52"/>
                  </a:cubicBezTo>
                  <a:cubicBezTo>
                    <a:pt x="140" y="22"/>
                    <a:pt x="140" y="22"/>
                    <a:pt x="140" y="22"/>
                  </a:cubicBezTo>
                  <a:cubicBezTo>
                    <a:pt x="136" y="18"/>
                    <a:pt x="102" y="0"/>
                    <a:pt x="70" y="0"/>
                  </a:cubicBezTo>
                  <a:cubicBezTo>
                    <a:pt x="38" y="0"/>
                    <a:pt x="3" y="18"/>
                    <a:pt x="0" y="2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0" y="52"/>
                    <a:pt x="70" y="52"/>
                    <a:pt x="70" y="52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4" name="Freeform 9"/>
            <p:cNvSpPr/>
            <p:nvPr/>
          </p:nvSpPr>
          <p:spPr bwMode="gray">
            <a:xfrm>
              <a:off x="3843338" y="-807343"/>
              <a:ext cx="195263" cy="227013"/>
            </a:xfrm>
            <a:custGeom>
              <a:avLst/>
              <a:gdLst>
                <a:gd name="T0" fmla="*/ 26 w 52"/>
                <a:gd name="T1" fmla="*/ 0 h 60"/>
                <a:gd name="T2" fmla="*/ 26 w 52"/>
                <a:gd name="T3" fmla="*/ 0 h 60"/>
                <a:gd name="T4" fmla="*/ 0 w 52"/>
                <a:gd name="T5" fmla="*/ 26 h 60"/>
                <a:gd name="T6" fmla="*/ 0 w 52"/>
                <a:gd name="T7" fmla="*/ 34 h 60"/>
                <a:gd name="T8" fmla="*/ 26 w 52"/>
                <a:gd name="T9" fmla="*/ 60 h 60"/>
                <a:gd name="T10" fmla="*/ 26 w 52"/>
                <a:gd name="T11" fmla="*/ 60 h 60"/>
                <a:gd name="T12" fmla="*/ 52 w 52"/>
                <a:gd name="T13" fmla="*/ 34 h 60"/>
                <a:gd name="T14" fmla="*/ 52 w 52"/>
                <a:gd name="T15" fmla="*/ 26 h 60"/>
                <a:gd name="T16" fmla="*/ 26 w 52"/>
                <a:gd name="T1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8"/>
                    <a:pt x="12" y="60"/>
                    <a:pt x="26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40" y="60"/>
                    <a:pt x="52" y="48"/>
                    <a:pt x="52" y="34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gray">
            <a:xfrm>
              <a:off x="4370388" y="-777181"/>
              <a:ext cx="4191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gray">
            <a:xfrm>
              <a:off x="4370388" y="-629543"/>
              <a:ext cx="4191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gray">
            <a:xfrm>
              <a:off x="4370388" y="-481906"/>
              <a:ext cx="22225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8" name="Line 13"/>
            <p:cNvSpPr>
              <a:spLocks noChangeShapeType="1"/>
            </p:cNvSpPr>
            <p:nvPr/>
          </p:nvSpPr>
          <p:spPr bwMode="gray">
            <a:xfrm>
              <a:off x="3971926" y="-1069281"/>
              <a:ext cx="523875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9" name="Freeform 14"/>
            <p:cNvSpPr/>
            <p:nvPr/>
          </p:nvSpPr>
          <p:spPr bwMode="gray">
            <a:xfrm>
              <a:off x="4103688" y="-1402656"/>
              <a:ext cx="260350" cy="333375"/>
            </a:xfrm>
            <a:custGeom>
              <a:avLst/>
              <a:gdLst>
                <a:gd name="T0" fmla="*/ 0 w 164"/>
                <a:gd name="T1" fmla="*/ 0 h 210"/>
                <a:gd name="T2" fmla="*/ 164 w 164"/>
                <a:gd name="T3" fmla="*/ 0 h 210"/>
                <a:gd name="T4" fmla="*/ 164 w 164"/>
                <a:gd name="T5" fmla="*/ 210 h 210"/>
                <a:gd name="T6" fmla="*/ 0 w 164"/>
                <a:gd name="T7" fmla="*/ 210 h 210"/>
                <a:gd name="T8" fmla="*/ 0 w 164"/>
                <a:gd name="T9" fmla="*/ 0 h 210"/>
                <a:gd name="T10" fmla="*/ 0 w 164"/>
                <a:gd name="T11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4" h="210">
                  <a:moveTo>
                    <a:pt x="0" y="0"/>
                  </a:moveTo>
                  <a:lnTo>
                    <a:pt x="164" y="0"/>
                  </a:lnTo>
                  <a:lnTo>
                    <a:pt x="164" y="210"/>
                  </a:lnTo>
                  <a:lnTo>
                    <a:pt x="0" y="2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/>
          <p:cNvGrpSpPr/>
          <p:nvPr userDrawn="1"/>
        </p:nvGrpSpPr>
        <p:grpSpPr bwMode="gray">
          <a:xfrm>
            <a:off x="380018" y="1641541"/>
            <a:ext cx="382248" cy="263518"/>
            <a:chOff x="623888" y="-1394718"/>
            <a:chExt cx="1851025" cy="1276350"/>
          </a:xfrm>
        </p:grpSpPr>
        <p:sp>
          <p:nvSpPr>
            <p:cNvPr id="51" name="Freeform 5"/>
            <p:cNvSpPr/>
            <p:nvPr/>
          </p:nvSpPr>
          <p:spPr bwMode="gray">
            <a:xfrm>
              <a:off x="623888" y="-1394718"/>
              <a:ext cx="1851025" cy="1276350"/>
            </a:xfrm>
            <a:custGeom>
              <a:avLst/>
              <a:gdLst>
                <a:gd name="T0" fmla="*/ 491 w 491"/>
                <a:gd name="T1" fmla="*/ 168 h 337"/>
                <a:gd name="T2" fmla="*/ 246 w 491"/>
                <a:gd name="T3" fmla="*/ 337 h 337"/>
                <a:gd name="T4" fmla="*/ 0 w 491"/>
                <a:gd name="T5" fmla="*/ 168 h 337"/>
                <a:gd name="T6" fmla="*/ 245 w 491"/>
                <a:gd name="T7" fmla="*/ 0 h 337"/>
                <a:gd name="T8" fmla="*/ 491 w 491"/>
                <a:gd name="T9" fmla="*/ 16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1" h="337">
                  <a:moveTo>
                    <a:pt x="491" y="168"/>
                  </a:moveTo>
                  <a:cubicBezTo>
                    <a:pt x="491" y="168"/>
                    <a:pt x="382" y="337"/>
                    <a:pt x="246" y="337"/>
                  </a:cubicBezTo>
                  <a:cubicBezTo>
                    <a:pt x="111" y="337"/>
                    <a:pt x="0" y="168"/>
                    <a:pt x="0" y="168"/>
                  </a:cubicBezTo>
                  <a:cubicBezTo>
                    <a:pt x="0" y="168"/>
                    <a:pt x="109" y="0"/>
                    <a:pt x="245" y="0"/>
                  </a:cubicBezTo>
                  <a:cubicBezTo>
                    <a:pt x="380" y="0"/>
                    <a:pt x="491" y="168"/>
                    <a:pt x="491" y="168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2" name="Oval 15"/>
            <p:cNvSpPr>
              <a:spLocks noChangeArrowheads="1"/>
            </p:cNvSpPr>
            <p:nvPr/>
          </p:nvSpPr>
          <p:spPr bwMode="gray">
            <a:xfrm>
              <a:off x="1276351" y="-1031181"/>
              <a:ext cx="546100" cy="549275"/>
            </a:xfrm>
            <a:prstGeom prst="ellips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3" name="Freeform 16"/>
            <p:cNvSpPr/>
            <p:nvPr/>
          </p:nvSpPr>
          <p:spPr bwMode="gray">
            <a:xfrm>
              <a:off x="1084263" y="-1137543"/>
              <a:ext cx="192088" cy="757238"/>
            </a:xfrm>
            <a:custGeom>
              <a:avLst/>
              <a:gdLst>
                <a:gd name="T0" fmla="*/ 51 w 51"/>
                <a:gd name="T1" fmla="*/ 200 h 200"/>
                <a:gd name="T2" fmla="*/ 0 w 51"/>
                <a:gd name="T3" fmla="*/ 100 h 200"/>
                <a:gd name="T4" fmla="*/ 51 w 51"/>
                <a:gd name="T5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" h="200">
                  <a:moveTo>
                    <a:pt x="51" y="200"/>
                  </a:moveTo>
                  <a:cubicBezTo>
                    <a:pt x="20" y="178"/>
                    <a:pt x="0" y="142"/>
                    <a:pt x="0" y="100"/>
                  </a:cubicBezTo>
                  <a:cubicBezTo>
                    <a:pt x="0" y="59"/>
                    <a:pt x="20" y="23"/>
                    <a:pt x="51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4" name="Freeform 17"/>
            <p:cNvSpPr/>
            <p:nvPr/>
          </p:nvSpPr>
          <p:spPr bwMode="gray">
            <a:xfrm>
              <a:off x="1822451" y="-1137543"/>
              <a:ext cx="192088" cy="757238"/>
            </a:xfrm>
            <a:custGeom>
              <a:avLst/>
              <a:gdLst>
                <a:gd name="T0" fmla="*/ 0 w 51"/>
                <a:gd name="T1" fmla="*/ 0 h 200"/>
                <a:gd name="T2" fmla="*/ 51 w 51"/>
                <a:gd name="T3" fmla="*/ 100 h 200"/>
                <a:gd name="T4" fmla="*/ 0 w 51"/>
                <a:gd name="T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" h="200">
                  <a:moveTo>
                    <a:pt x="0" y="0"/>
                  </a:moveTo>
                  <a:cubicBezTo>
                    <a:pt x="31" y="23"/>
                    <a:pt x="51" y="59"/>
                    <a:pt x="51" y="100"/>
                  </a:cubicBezTo>
                  <a:cubicBezTo>
                    <a:pt x="51" y="142"/>
                    <a:pt x="31" y="178"/>
                    <a:pt x="0" y="20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5" name="Group 30"/>
          <p:cNvGrpSpPr>
            <a:grpSpLocks noChangeAspect="1"/>
          </p:cNvGrpSpPr>
          <p:nvPr userDrawn="1"/>
        </p:nvGrpSpPr>
        <p:grpSpPr bwMode="gray">
          <a:xfrm>
            <a:off x="7239198" y="1606304"/>
            <a:ext cx="235053" cy="298756"/>
            <a:chOff x="2556" y="1196"/>
            <a:chExt cx="693" cy="881"/>
          </a:xfrm>
        </p:grpSpPr>
        <p:sp>
          <p:nvSpPr>
            <p:cNvPr id="56" name="Rectangle 31"/>
            <p:cNvSpPr>
              <a:spLocks noChangeArrowheads="1"/>
            </p:cNvSpPr>
            <p:nvPr/>
          </p:nvSpPr>
          <p:spPr bwMode="gray">
            <a:xfrm>
              <a:off x="2688" y="1196"/>
              <a:ext cx="431" cy="108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7" name="Freeform 32"/>
            <p:cNvSpPr/>
            <p:nvPr/>
          </p:nvSpPr>
          <p:spPr bwMode="gray">
            <a:xfrm>
              <a:off x="2556" y="1239"/>
              <a:ext cx="693" cy="838"/>
            </a:xfrm>
            <a:custGeom>
              <a:avLst/>
              <a:gdLst>
                <a:gd name="T0" fmla="*/ 563 w 693"/>
                <a:gd name="T1" fmla="*/ 0 h 838"/>
                <a:gd name="T2" fmla="*/ 693 w 693"/>
                <a:gd name="T3" fmla="*/ 0 h 838"/>
                <a:gd name="T4" fmla="*/ 693 w 693"/>
                <a:gd name="T5" fmla="*/ 838 h 838"/>
                <a:gd name="T6" fmla="*/ 0 w 693"/>
                <a:gd name="T7" fmla="*/ 838 h 838"/>
                <a:gd name="T8" fmla="*/ 0 w 693"/>
                <a:gd name="T9" fmla="*/ 0 h 838"/>
                <a:gd name="T10" fmla="*/ 132 w 693"/>
                <a:gd name="T11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3" h="838">
                  <a:moveTo>
                    <a:pt x="563" y="0"/>
                  </a:moveTo>
                  <a:lnTo>
                    <a:pt x="693" y="0"/>
                  </a:lnTo>
                  <a:lnTo>
                    <a:pt x="693" y="838"/>
                  </a:lnTo>
                  <a:lnTo>
                    <a:pt x="0" y="838"/>
                  </a:lnTo>
                  <a:lnTo>
                    <a:pt x="0" y="0"/>
                  </a:lnTo>
                  <a:lnTo>
                    <a:pt x="13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8" name="Freeform 33"/>
            <p:cNvSpPr/>
            <p:nvPr/>
          </p:nvSpPr>
          <p:spPr bwMode="gray">
            <a:xfrm>
              <a:off x="2664" y="1452"/>
              <a:ext cx="173" cy="171"/>
            </a:xfrm>
            <a:custGeom>
              <a:avLst/>
              <a:gdLst>
                <a:gd name="T0" fmla="*/ 173 w 173"/>
                <a:gd name="T1" fmla="*/ 171 h 171"/>
                <a:gd name="T2" fmla="*/ 0 w 173"/>
                <a:gd name="T3" fmla="*/ 171 h 171"/>
                <a:gd name="T4" fmla="*/ 0 w 173"/>
                <a:gd name="T5" fmla="*/ 0 h 171"/>
                <a:gd name="T6" fmla="*/ 72 w 173"/>
                <a:gd name="T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171">
                  <a:moveTo>
                    <a:pt x="173" y="171"/>
                  </a:moveTo>
                  <a:lnTo>
                    <a:pt x="0" y="171"/>
                  </a:lnTo>
                  <a:lnTo>
                    <a:pt x="0" y="0"/>
                  </a:lnTo>
                  <a:lnTo>
                    <a:pt x="7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9" name="Freeform 34"/>
            <p:cNvSpPr/>
            <p:nvPr/>
          </p:nvSpPr>
          <p:spPr bwMode="gray">
            <a:xfrm>
              <a:off x="2741" y="1471"/>
              <a:ext cx="127" cy="81"/>
            </a:xfrm>
            <a:custGeom>
              <a:avLst/>
              <a:gdLst>
                <a:gd name="T0" fmla="*/ 0 w 127"/>
                <a:gd name="T1" fmla="*/ 38 h 81"/>
                <a:gd name="T2" fmla="*/ 43 w 127"/>
                <a:gd name="T3" fmla="*/ 81 h 81"/>
                <a:gd name="T4" fmla="*/ 127 w 12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81">
                  <a:moveTo>
                    <a:pt x="0" y="38"/>
                  </a:moveTo>
                  <a:lnTo>
                    <a:pt x="43" y="81"/>
                  </a:lnTo>
                  <a:lnTo>
                    <a:pt x="127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0" name="Line 35"/>
            <p:cNvSpPr>
              <a:spLocks noChangeShapeType="1"/>
            </p:cNvSpPr>
            <p:nvPr/>
          </p:nvSpPr>
          <p:spPr bwMode="gray">
            <a:xfrm>
              <a:off x="2929" y="1779"/>
              <a:ext cx="214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1" name="Line 36"/>
            <p:cNvSpPr>
              <a:spLocks noChangeShapeType="1"/>
            </p:cNvSpPr>
            <p:nvPr/>
          </p:nvSpPr>
          <p:spPr bwMode="gray">
            <a:xfrm>
              <a:off x="2929" y="1867"/>
              <a:ext cx="132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2" name="Freeform 37"/>
            <p:cNvSpPr/>
            <p:nvPr/>
          </p:nvSpPr>
          <p:spPr bwMode="gray">
            <a:xfrm>
              <a:off x="2664" y="1752"/>
              <a:ext cx="173" cy="172"/>
            </a:xfrm>
            <a:custGeom>
              <a:avLst/>
              <a:gdLst>
                <a:gd name="T0" fmla="*/ 173 w 173"/>
                <a:gd name="T1" fmla="*/ 172 h 172"/>
                <a:gd name="T2" fmla="*/ 0 w 173"/>
                <a:gd name="T3" fmla="*/ 172 h 172"/>
                <a:gd name="T4" fmla="*/ 0 w 173"/>
                <a:gd name="T5" fmla="*/ 0 h 172"/>
                <a:gd name="T6" fmla="*/ 72 w 173"/>
                <a:gd name="T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172">
                  <a:moveTo>
                    <a:pt x="173" y="172"/>
                  </a:moveTo>
                  <a:lnTo>
                    <a:pt x="0" y="172"/>
                  </a:lnTo>
                  <a:lnTo>
                    <a:pt x="0" y="0"/>
                  </a:lnTo>
                  <a:lnTo>
                    <a:pt x="7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3" name="Freeform 38"/>
            <p:cNvSpPr/>
            <p:nvPr/>
          </p:nvSpPr>
          <p:spPr bwMode="gray">
            <a:xfrm>
              <a:off x="2741" y="1771"/>
              <a:ext cx="127" cy="82"/>
            </a:xfrm>
            <a:custGeom>
              <a:avLst/>
              <a:gdLst>
                <a:gd name="T0" fmla="*/ 0 w 127"/>
                <a:gd name="T1" fmla="*/ 39 h 82"/>
                <a:gd name="T2" fmla="*/ 43 w 127"/>
                <a:gd name="T3" fmla="*/ 82 h 82"/>
                <a:gd name="T4" fmla="*/ 127 w 127"/>
                <a:gd name="T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82">
                  <a:moveTo>
                    <a:pt x="0" y="39"/>
                  </a:moveTo>
                  <a:lnTo>
                    <a:pt x="43" y="82"/>
                  </a:lnTo>
                  <a:lnTo>
                    <a:pt x="127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4" name="Line 39"/>
            <p:cNvSpPr>
              <a:spLocks noChangeShapeType="1"/>
            </p:cNvSpPr>
            <p:nvPr/>
          </p:nvSpPr>
          <p:spPr bwMode="gray">
            <a:xfrm>
              <a:off x="2929" y="1471"/>
              <a:ext cx="214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5" name="Line 40"/>
            <p:cNvSpPr>
              <a:spLocks noChangeShapeType="1"/>
            </p:cNvSpPr>
            <p:nvPr/>
          </p:nvSpPr>
          <p:spPr bwMode="gray">
            <a:xfrm>
              <a:off x="2929" y="1559"/>
              <a:ext cx="132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2C534C0-543A-4FB4-8285-BAB35C2FD72F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6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854027101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80148" y="1428433"/>
            <a:ext cx="476201" cy="476102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 bwMode="gray">
          <a:xfrm>
            <a:off x="38001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39"/>
          <p:cNvSpPr>
            <a:spLocks noGrp="1"/>
          </p:cNvSpPr>
          <p:nvPr>
            <p:ph type="body" sz="quarter" idx="14"/>
          </p:nvPr>
        </p:nvSpPr>
        <p:spPr bwMode="gray">
          <a:xfrm>
            <a:off x="380960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39"/>
          <p:cNvSpPr>
            <a:spLocks noGrp="1"/>
          </p:cNvSpPr>
          <p:nvPr>
            <p:ph type="body" sz="quarter" idx="15"/>
          </p:nvPr>
        </p:nvSpPr>
        <p:spPr bwMode="gray">
          <a:xfrm>
            <a:off x="723919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809606" y="1428303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7" name="Picture Placeholder 4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7239197" y="1428303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3EA3F75-2C19-44AA-82C6-28435DDBC31A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134216616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3" name="Picture Placeholder 4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80148" y="1428433"/>
            <a:ext cx="476201" cy="476102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4" name="Picture Placeholder 4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238008" y="1428303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5" name="Picture Placeholder 4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096000" y="1428303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6" name="Text Placeholder 39"/>
          <p:cNvSpPr>
            <a:spLocks noGrp="1"/>
          </p:cNvSpPr>
          <p:nvPr>
            <p:ph type="body" sz="quarter" idx="13"/>
          </p:nvPr>
        </p:nvSpPr>
        <p:spPr bwMode="gray">
          <a:xfrm>
            <a:off x="380018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7" name="Text Placeholder 39"/>
          <p:cNvSpPr>
            <a:spLocks noGrp="1"/>
          </p:cNvSpPr>
          <p:nvPr>
            <p:ph type="body" sz="quarter" idx="14"/>
          </p:nvPr>
        </p:nvSpPr>
        <p:spPr bwMode="gray">
          <a:xfrm>
            <a:off x="3238008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" name="Text Placeholder 39"/>
          <p:cNvSpPr>
            <a:spLocks noGrp="1"/>
          </p:cNvSpPr>
          <p:nvPr>
            <p:ph type="body" sz="quarter" idx="15"/>
          </p:nvPr>
        </p:nvSpPr>
        <p:spPr bwMode="gray">
          <a:xfrm>
            <a:off x="6096001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9" name="Text Placeholder 39"/>
          <p:cNvSpPr>
            <a:spLocks noGrp="1"/>
          </p:cNvSpPr>
          <p:nvPr>
            <p:ph type="body" sz="quarter" idx="26"/>
          </p:nvPr>
        </p:nvSpPr>
        <p:spPr bwMode="gray">
          <a:xfrm>
            <a:off x="8953993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0" name="Picture Placehold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8953992" y="1428303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9E958EE-D908-4737-BF5A-BFF583DB333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2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651409466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2023 fact program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6542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551306937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4"/>
            <a:ext cx="9144002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6917" indent="0" algn="ctr">
              <a:buNone/>
              <a:defRPr sz="2100"/>
            </a:lvl2pPr>
            <a:lvl3pPr marL="913834" indent="0" algn="ctr">
              <a:buNone/>
              <a:defRPr sz="1800"/>
            </a:lvl3pPr>
            <a:lvl4pPr marL="1371590" indent="0" algn="ctr">
              <a:buNone/>
              <a:defRPr sz="1600"/>
            </a:lvl4pPr>
            <a:lvl5pPr marL="1828508" indent="0" algn="ctr">
              <a:buNone/>
              <a:defRPr sz="1600"/>
            </a:lvl5pPr>
            <a:lvl6pPr marL="2285425" indent="0" algn="ctr">
              <a:buNone/>
              <a:defRPr sz="1600"/>
            </a:lvl6pPr>
            <a:lvl7pPr marL="2742341" indent="0" algn="ctr">
              <a:buNone/>
              <a:defRPr sz="1600"/>
            </a:lvl7pPr>
            <a:lvl8pPr marL="3200098" indent="0" algn="ctr">
              <a:buNone/>
              <a:defRPr sz="1600"/>
            </a:lvl8pPr>
            <a:lvl9pPr marL="365701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C1F2-D233-4C6F-A399-CBFEB8892C06}" type="datetimeFigureOut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80A5-B20F-44B7-B672-BECE88E142CC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54889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0" y="2118"/>
          <a:ext cx="2115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" name="think-cell Slide" r:id="rId4" imgW="12700" imgH="12700" progId="TCLayout.ActiveDocument.1">
                  <p:embed/>
                </p:oleObj>
              </mc:Choice>
              <mc:Fallback>
                <p:oleObj name="think-cell Slide" r:id="rId4" imgW="12700" imgH="127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2118"/>
                        <a:ext cx="2115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 bwMode="gray">
          <a:xfrm>
            <a:off x="380149" y="382169"/>
            <a:ext cx="6477896" cy="760133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fld id="{DBBB8599-6AC5-40A0-88B4-D0530B26D1F6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/>
                </a:solidFill>
              </a:rPr>
              <a:t>FOOTER / PRESENTATION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31013" y="6477934"/>
            <a:ext cx="768350" cy="38412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 defTabSz="1227964" fontAlgn="auto">
              <a:spcBef>
                <a:spcPts val="0"/>
              </a:spcBef>
              <a:spcAft>
                <a:spcPts val="0"/>
              </a:spcAft>
              <a:buClrTx/>
              <a:defRPr sz="800" b="1" i="0" cap="all" baseline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srgbClr val="545458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5454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148737"/>
      </p:ext>
    </p:extLst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6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defRPr/>
            </a:pPr>
            <a:fld id="{FB7B0B17-F58B-410D-B684-157753F507EF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867589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3AE29693-8D4C-49B8-B06C-F5AE55EE2058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/>
                </a:solidFill>
              </a:rPr>
              <a:t>FOOTER / PRESENTATION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52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ompa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142542" y="1143087"/>
            <a:ext cx="6477197" cy="2666509"/>
          </a:xfrm>
        </p:spPr>
        <p:txBody>
          <a:bodyPr tIns="0" bIns="190483" anchor="b"/>
          <a:lstStyle>
            <a:lvl1pPr>
              <a:lnSpc>
                <a:spcPct val="75000"/>
              </a:lnSpc>
              <a:defRPr sz="6300" b="1" i="0" spc="26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7pPr>
            <a:lvl8pPr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8pPr>
            <a:lvl9pPr algn="l">
              <a:lnSpc>
                <a:spcPct val="75000"/>
              </a:lnSpc>
              <a:defRPr sz="6300" b="1" spc="26" baseline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Title of your presentation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2542" y="3809596"/>
            <a:ext cx="4191412" cy="762233"/>
          </a:xfrm>
        </p:spPr>
        <p:txBody>
          <a:bodyPr tIns="0" anchor="t" anchorCtr="0"/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i="0" cap="all" spc="26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6" baseline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8" name="Text Placeholder 7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953676" y="4936795"/>
            <a:ext cx="1714603" cy="398825"/>
          </a:xfrm>
          <a:custGeom>
            <a:avLst/>
            <a:gdLst>
              <a:gd name="connsiteX0" fmla="*/ 962020 w 1295999"/>
              <a:gd name="connsiteY0" fmla="*/ 123589 h 301519"/>
              <a:gd name="connsiteX1" fmla="*/ 899264 w 1295999"/>
              <a:gd name="connsiteY1" fmla="*/ 187067 h 301519"/>
              <a:gd name="connsiteX2" fmla="*/ 962020 w 1295999"/>
              <a:gd name="connsiteY2" fmla="*/ 250545 h 301519"/>
              <a:gd name="connsiteX3" fmla="*/ 1024776 w 1295999"/>
              <a:gd name="connsiteY3" fmla="*/ 187067 h 301519"/>
              <a:gd name="connsiteX4" fmla="*/ 962020 w 1295999"/>
              <a:gd name="connsiteY4" fmla="*/ 123589 h 301519"/>
              <a:gd name="connsiteX5" fmla="*/ 706668 w 1295999"/>
              <a:gd name="connsiteY5" fmla="*/ 123589 h 301519"/>
              <a:gd name="connsiteX6" fmla="*/ 644392 w 1295999"/>
              <a:gd name="connsiteY6" fmla="*/ 187067 h 301519"/>
              <a:gd name="connsiteX7" fmla="*/ 706668 w 1295999"/>
              <a:gd name="connsiteY7" fmla="*/ 250545 h 301519"/>
              <a:gd name="connsiteX8" fmla="*/ 768944 w 1295999"/>
              <a:gd name="connsiteY8" fmla="*/ 187067 h 301519"/>
              <a:gd name="connsiteX9" fmla="*/ 706668 w 1295999"/>
              <a:gd name="connsiteY9" fmla="*/ 123589 h 301519"/>
              <a:gd name="connsiteX10" fmla="*/ 370526 w 1295999"/>
              <a:gd name="connsiteY10" fmla="*/ 123589 h 301519"/>
              <a:gd name="connsiteX11" fmla="*/ 308250 w 1295999"/>
              <a:gd name="connsiteY11" fmla="*/ 187067 h 301519"/>
              <a:gd name="connsiteX12" fmla="*/ 370526 w 1295999"/>
              <a:gd name="connsiteY12" fmla="*/ 250545 h 301519"/>
              <a:gd name="connsiteX13" fmla="*/ 432802 w 1295999"/>
              <a:gd name="connsiteY13" fmla="*/ 187067 h 301519"/>
              <a:gd name="connsiteX14" fmla="*/ 370526 w 1295999"/>
              <a:gd name="connsiteY14" fmla="*/ 123589 h 301519"/>
              <a:gd name="connsiteX15" fmla="*/ 115172 w 1295999"/>
              <a:gd name="connsiteY15" fmla="*/ 123589 h 301519"/>
              <a:gd name="connsiteX16" fmla="*/ 52416 w 1295999"/>
              <a:gd name="connsiteY16" fmla="*/ 187067 h 301519"/>
              <a:gd name="connsiteX17" fmla="*/ 115172 w 1295999"/>
              <a:gd name="connsiteY17" fmla="*/ 250545 h 301519"/>
              <a:gd name="connsiteX18" fmla="*/ 177928 w 1295999"/>
              <a:gd name="connsiteY18" fmla="*/ 187067 h 301519"/>
              <a:gd name="connsiteX19" fmla="*/ 115172 w 1295999"/>
              <a:gd name="connsiteY19" fmla="*/ 123589 h 301519"/>
              <a:gd name="connsiteX20" fmla="*/ 514071 w 1295999"/>
              <a:gd name="connsiteY20" fmla="*/ 75019 h 301519"/>
              <a:gd name="connsiteX21" fmla="*/ 568893 w 1295999"/>
              <a:gd name="connsiteY21" fmla="*/ 75019 h 301519"/>
              <a:gd name="connsiteX22" fmla="*/ 568893 w 1295999"/>
              <a:gd name="connsiteY22" fmla="*/ 296710 h 301519"/>
              <a:gd name="connsiteX23" fmla="*/ 514071 w 1295999"/>
              <a:gd name="connsiteY23" fmla="*/ 296710 h 301519"/>
              <a:gd name="connsiteX24" fmla="*/ 1194227 w 1295999"/>
              <a:gd name="connsiteY24" fmla="*/ 72615 h 301519"/>
              <a:gd name="connsiteX25" fmla="*/ 1287995 w 1295999"/>
              <a:gd name="connsiteY25" fmla="*/ 145448 h 301519"/>
              <a:gd name="connsiteX26" fmla="*/ 1231963 w 1295999"/>
              <a:gd name="connsiteY26" fmla="*/ 145448 h 301519"/>
              <a:gd name="connsiteX27" fmla="*/ 1193083 w 1295999"/>
              <a:gd name="connsiteY27" fmla="*/ 114234 h 301519"/>
              <a:gd name="connsiteX28" fmla="*/ 1158778 w 1295999"/>
              <a:gd name="connsiteY28" fmla="*/ 136200 h 301519"/>
              <a:gd name="connsiteX29" fmla="*/ 1196514 w 1295999"/>
              <a:gd name="connsiteY29" fmla="*/ 158165 h 301519"/>
              <a:gd name="connsiteX30" fmla="*/ 1231963 w 1295999"/>
              <a:gd name="connsiteY30" fmla="*/ 165102 h 301519"/>
              <a:gd name="connsiteX31" fmla="*/ 1295999 w 1295999"/>
              <a:gd name="connsiteY31" fmla="*/ 228686 h 301519"/>
              <a:gd name="connsiteX32" fmla="*/ 1201088 w 1295999"/>
              <a:gd name="connsiteY32" fmla="*/ 301519 h 301519"/>
              <a:gd name="connsiteX33" fmla="*/ 1099315 w 1295999"/>
              <a:gd name="connsiteY33" fmla="*/ 225218 h 301519"/>
              <a:gd name="connsiteX34" fmla="*/ 1154204 w 1295999"/>
              <a:gd name="connsiteY34" fmla="*/ 225218 h 301519"/>
              <a:gd name="connsiteX35" fmla="*/ 1202231 w 1295999"/>
              <a:gd name="connsiteY35" fmla="*/ 259900 h 301519"/>
              <a:gd name="connsiteX36" fmla="*/ 1237680 w 1295999"/>
              <a:gd name="connsiteY36" fmla="*/ 237935 h 301519"/>
              <a:gd name="connsiteX37" fmla="*/ 1207949 w 1295999"/>
              <a:gd name="connsiteY37" fmla="*/ 215969 h 301519"/>
              <a:gd name="connsiteX38" fmla="*/ 1179361 w 1295999"/>
              <a:gd name="connsiteY38" fmla="*/ 210189 h 301519"/>
              <a:gd name="connsiteX39" fmla="*/ 1103889 w 1295999"/>
              <a:gd name="connsiteY39" fmla="*/ 145448 h 301519"/>
              <a:gd name="connsiteX40" fmla="*/ 1194227 w 1295999"/>
              <a:gd name="connsiteY40" fmla="*/ 72615 h 301519"/>
              <a:gd name="connsiteX41" fmla="*/ 959735 w 1295999"/>
              <a:gd name="connsiteY41" fmla="*/ 72615 h 301519"/>
              <a:gd name="connsiteX42" fmla="*/ 1023759 w 1295999"/>
              <a:gd name="connsiteY42" fmla="*/ 93425 h 301519"/>
              <a:gd name="connsiteX43" fmla="*/ 1023759 w 1295999"/>
              <a:gd name="connsiteY43" fmla="*/ 74927 h 301519"/>
              <a:gd name="connsiteX44" fmla="*/ 1078637 w 1295999"/>
              <a:gd name="connsiteY44" fmla="*/ 74927 h 301519"/>
              <a:gd name="connsiteX45" fmla="*/ 1078637 w 1295999"/>
              <a:gd name="connsiteY45" fmla="*/ 296895 h 301519"/>
              <a:gd name="connsiteX46" fmla="*/ 1023759 w 1295999"/>
              <a:gd name="connsiteY46" fmla="*/ 296895 h 301519"/>
              <a:gd name="connsiteX47" fmla="*/ 1023759 w 1295999"/>
              <a:gd name="connsiteY47" fmla="*/ 281866 h 301519"/>
              <a:gd name="connsiteX48" fmla="*/ 959735 w 1295999"/>
              <a:gd name="connsiteY48" fmla="*/ 301519 h 301519"/>
              <a:gd name="connsiteX49" fmla="*/ 845405 w 1295999"/>
              <a:gd name="connsiteY49" fmla="*/ 187067 h 301519"/>
              <a:gd name="connsiteX50" fmla="*/ 959735 w 1295999"/>
              <a:gd name="connsiteY50" fmla="*/ 72615 h 301519"/>
              <a:gd name="connsiteX51" fmla="*/ 113040 w 1295999"/>
              <a:gd name="connsiteY51" fmla="*/ 72615 h 301519"/>
              <a:gd name="connsiteX52" fmla="*/ 178124 w 1295999"/>
              <a:gd name="connsiteY52" fmla="*/ 93425 h 301519"/>
              <a:gd name="connsiteX53" fmla="*/ 178124 w 1295999"/>
              <a:gd name="connsiteY53" fmla="*/ 74927 h 301519"/>
              <a:gd name="connsiteX54" fmla="*/ 231789 w 1295999"/>
              <a:gd name="connsiteY54" fmla="*/ 74927 h 301519"/>
              <a:gd name="connsiteX55" fmla="*/ 231789 w 1295999"/>
              <a:gd name="connsiteY55" fmla="*/ 296895 h 301519"/>
              <a:gd name="connsiteX56" fmla="*/ 178124 w 1295999"/>
              <a:gd name="connsiteY56" fmla="*/ 296895 h 301519"/>
              <a:gd name="connsiteX57" fmla="*/ 178124 w 1295999"/>
              <a:gd name="connsiteY57" fmla="*/ 281866 h 301519"/>
              <a:gd name="connsiteX58" fmla="*/ 113040 w 1295999"/>
              <a:gd name="connsiteY58" fmla="*/ 301519 h 301519"/>
              <a:gd name="connsiteX59" fmla="*/ 0 w 1295999"/>
              <a:gd name="connsiteY59" fmla="*/ 187067 h 301519"/>
              <a:gd name="connsiteX60" fmla="*/ 113040 w 1295999"/>
              <a:gd name="connsiteY60" fmla="*/ 72615 h 301519"/>
              <a:gd name="connsiteX61" fmla="*/ 768887 w 1295999"/>
              <a:gd name="connsiteY61" fmla="*/ 0 h 301519"/>
              <a:gd name="connsiteX62" fmla="*/ 823765 w 1295999"/>
              <a:gd name="connsiteY62" fmla="*/ 0 h 301519"/>
              <a:gd name="connsiteX63" fmla="*/ 823765 w 1295999"/>
              <a:gd name="connsiteY63" fmla="*/ 296898 h 301519"/>
              <a:gd name="connsiteX64" fmla="*/ 768887 w 1295999"/>
              <a:gd name="connsiteY64" fmla="*/ 296898 h 301519"/>
              <a:gd name="connsiteX65" fmla="*/ 768887 w 1295999"/>
              <a:gd name="connsiteY65" fmla="*/ 281880 h 301519"/>
              <a:gd name="connsiteX66" fmla="*/ 703719 w 1295999"/>
              <a:gd name="connsiteY66" fmla="*/ 301519 h 301519"/>
              <a:gd name="connsiteX67" fmla="*/ 590533 w 1295999"/>
              <a:gd name="connsiteY67" fmla="*/ 187150 h 301519"/>
              <a:gd name="connsiteX68" fmla="*/ 703719 w 1295999"/>
              <a:gd name="connsiteY68" fmla="*/ 72781 h 301519"/>
              <a:gd name="connsiteX69" fmla="*/ 768887 w 1295999"/>
              <a:gd name="connsiteY69" fmla="*/ 93575 h 301519"/>
              <a:gd name="connsiteX70" fmla="*/ 768887 w 1295999"/>
              <a:gd name="connsiteY70" fmla="*/ 0 h 301519"/>
              <a:gd name="connsiteX71" fmla="*/ 514071 w 1295999"/>
              <a:gd name="connsiteY71" fmla="*/ 0 h 301519"/>
              <a:gd name="connsiteX72" fmla="*/ 568893 w 1295999"/>
              <a:gd name="connsiteY72" fmla="*/ 0 h 301519"/>
              <a:gd name="connsiteX73" fmla="*/ 568893 w 1295999"/>
              <a:gd name="connsiteY73" fmla="*/ 55303 h 301519"/>
              <a:gd name="connsiteX74" fmla="*/ 514071 w 1295999"/>
              <a:gd name="connsiteY74" fmla="*/ 55303 h 301519"/>
              <a:gd name="connsiteX75" fmla="*/ 432857 w 1295999"/>
              <a:gd name="connsiteY75" fmla="*/ 0 h 301519"/>
              <a:gd name="connsiteX76" fmla="*/ 487622 w 1295999"/>
              <a:gd name="connsiteY76" fmla="*/ 0 h 301519"/>
              <a:gd name="connsiteX77" fmla="*/ 487622 w 1295999"/>
              <a:gd name="connsiteY77" fmla="*/ 296898 h 301519"/>
              <a:gd name="connsiteX78" fmla="*/ 432857 w 1295999"/>
              <a:gd name="connsiteY78" fmla="*/ 296898 h 301519"/>
              <a:gd name="connsiteX79" fmla="*/ 432857 w 1295999"/>
              <a:gd name="connsiteY79" fmla="*/ 281880 h 301519"/>
              <a:gd name="connsiteX80" fmla="*/ 367824 w 1295999"/>
              <a:gd name="connsiteY80" fmla="*/ 301519 h 301519"/>
              <a:gd name="connsiteX81" fmla="*/ 254871 w 1295999"/>
              <a:gd name="connsiteY81" fmla="*/ 187150 h 301519"/>
              <a:gd name="connsiteX82" fmla="*/ 367824 w 1295999"/>
              <a:gd name="connsiteY82" fmla="*/ 72781 h 301519"/>
              <a:gd name="connsiteX83" fmla="*/ 432857 w 1295999"/>
              <a:gd name="connsiteY83" fmla="*/ 93575 h 301519"/>
              <a:gd name="connsiteX84" fmla="*/ 432857 w 1295999"/>
              <a:gd name="connsiteY84" fmla="*/ 0 h 30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295999" h="301519">
                <a:moveTo>
                  <a:pt x="962020" y="123589"/>
                </a:moveTo>
                <a:cubicBezTo>
                  <a:pt x="927361" y="123589"/>
                  <a:pt x="899264" y="152009"/>
                  <a:pt x="899264" y="187067"/>
                </a:cubicBezTo>
                <a:cubicBezTo>
                  <a:pt x="899264" y="222125"/>
                  <a:pt x="927361" y="250545"/>
                  <a:pt x="962020" y="250545"/>
                </a:cubicBezTo>
                <a:cubicBezTo>
                  <a:pt x="996679" y="250545"/>
                  <a:pt x="1024776" y="222125"/>
                  <a:pt x="1024776" y="187067"/>
                </a:cubicBezTo>
                <a:cubicBezTo>
                  <a:pt x="1024776" y="152009"/>
                  <a:pt x="996679" y="123589"/>
                  <a:pt x="962020" y="123589"/>
                </a:cubicBezTo>
                <a:close/>
                <a:moveTo>
                  <a:pt x="706668" y="123589"/>
                </a:moveTo>
                <a:cubicBezTo>
                  <a:pt x="672274" y="123589"/>
                  <a:pt x="644392" y="152009"/>
                  <a:pt x="644392" y="187067"/>
                </a:cubicBezTo>
                <a:cubicBezTo>
                  <a:pt x="644392" y="222125"/>
                  <a:pt x="672274" y="250545"/>
                  <a:pt x="706668" y="250545"/>
                </a:cubicBezTo>
                <a:cubicBezTo>
                  <a:pt x="741062" y="250545"/>
                  <a:pt x="768944" y="222125"/>
                  <a:pt x="768944" y="187067"/>
                </a:cubicBezTo>
                <a:cubicBezTo>
                  <a:pt x="768944" y="152009"/>
                  <a:pt x="741062" y="123589"/>
                  <a:pt x="706668" y="123589"/>
                </a:cubicBezTo>
                <a:close/>
                <a:moveTo>
                  <a:pt x="370526" y="123589"/>
                </a:moveTo>
                <a:cubicBezTo>
                  <a:pt x="336132" y="123589"/>
                  <a:pt x="308250" y="152009"/>
                  <a:pt x="308250" y="187067"/>
                </a:cubicBezTo>
                <a:cubicBezTo>
                  <a:pt x="308250" y="222125"/>
                  <a:pt x="336132" y="250545"/>
                  <a:pt x="370526" y="250545"/>
                </a:cubicBezTo>
                <a:cubicBezTo>
                  <a:pt x="404920" y="250545"/>
                  <a:pt x="432802" y="222125"/>
                  <a:pt x="432802" y="187067"/>
                </a:cubicBezTo>
                <a:cubicBezTo>
                  <a:pt x="432802" y="152009"/>
                  <a:pt x="404920" y="123589"/>
                  <a:pt x="370526" y="123589"/>
                </a:cubicBezTo>
                <a:close/>
                <a:moveTo>
                  <a:pt x="115172" y="123589"/>
                </a:moveTo>
                <a:cubicBezTo>
                  <a:pt x="80513" y="123589"/>
                  <a:pt x="52416" y="152009"/>
                  <a:pt x="52416" y="187067"/>
                </a:cubicBezTo>
                <a:cubicBezTo>
                  <a:pt x="52416" y="222125"/>
                  <a:pt x="80513" y="250545"/>
                  <a:pt x="115172" y="250545"/>
                </a:cubicBezTo>
                <a:cubicBezTo>
                  <a:pt x="149831" y="250545"/>
                  <a:pt x="177928" y="222125"/>
                  <a:pt x="177928" y="187067"/>
                </a:cubicBezTo>
                <a:cubicBezTo>
                  <a:pt x="177928" y="152009"/>
                  <a:pt x="149831" y="123589"/>
                  <a:pt x="115172" y="123589"/>
                </a:cubicBezTo>
                <a:close/>
                <a:moveTo>
                  <a:pt x="514071" y="75019"/>
                </a:moveTo>
                <a:lnTo>
                  <a:pt x="568893" y="75019"/>
                </a:lnTo>
                <a:lnTo>
                  <a:pt x="568893" y="296710"/>
                </a:lnTo>
                <a:lnTo>
                  <a:pt x="514071" y="296710"/>
                </a:lnTo>
                <a:close/>
                <a:moveTo>
                  <a:pt x="1194227" y="72615"/>
                </a:moveTo>
                <a:cubicBezTo>
                  <a:pt x="1250259" y="72615"/>
                  <a:pt x="1284564" y="101517"/>
                  <a:pt x="1287995" y="145448"/>
                </a:cubicBezTo>
                <a:cubicBezTo>
                  <a:pt x="1287995" y="145448"/>
                  <a:pt x="1287995" y="145448"/>
                  <a:pt x="1231963" y="145448"/>
                </a:cubicBezTo>
                <a:cubicBezTo>
                  <a:pt x="1231963" y="128107"/>
                  <a:pt x="1220527" y="114234"/>
                  <a:pt x="1193083" y="114234"/>
                </a:cubicBezTo>
                <a:cubicBezTo>
                  <a:pt x="1173644" y="114234"/>
                  <a:pt x="1158778" y="121171"/>
                  <a:pt x="1158778" y="136200"/>
                </a:cubicBezTo>
                <a:cubicBezTo>
                  <a:pt x="1158778" y="148916"/>
                  <a:pt x="1174787" y="153541"/>
                  <a:pt x="1196514" y="158165"/>
                </a:cubicBezTo>
                <a:cubicBezTo>
                  <a:pt x="1196514" y="158165"/>
                  <a:pt x="1196514" y="158165"/>
                  <a:pt x="1231963" y="165102"/>
                </a:cubicBezTo>
                <a:cubicBezTo>
                  <a:pt x="1276560" y="173194"/>
                  <a:pt x="1295999" y="194004"/>
                  <a:pt x="1295999" y="228686"/>
                </a:cubicBezTo>
                <a:cubicBezTo>
                  <a:pt x="1295999" y="278398"/>
                  <a:pt x="1253689" y="301519"/>
                  <a:pt x="1201088" y="301519"/>
                </a:cubicBezTo>
                <a:cubicBezTo>
                  <a:pt x="1138195" y="301519"/>
                  <a:pt x="1100459" y="270305"/>
                  <a:pt x="1099315" y="225218"/>
                </a:cubicBezTo>
                <a:cubicBezTo>
                  <a:pt x="1099315" y="225218"/>
                  <a:pt x="1099315" y="225218"/>
                  <a:pt x="1154204" y="225218"/>
                </a:cubicBezTo>
                <a:cubicBezTo>
                  <a:pt x="1155347" y="241403"/>
                  <a:pt x="1166782" y="259900"/>
                  <a:pt x="1202231" y="259900"/>
                </a:cubicBezTo>
                <a:cubicBezTo>
                  <a:pt x="1227389" y="259900"/>
                  <a:pt x="1237680" y="248339"/>
                  <a:pt x="1237680" y="237935"/>
                </a:cubicBezTo>
                <a:cubicBezTo>
                  <a:pt x="1237680" y="226374"/>
                  <a:pt x="1228532" y="219437"/>
                  <a:pt x="1207949" y="215969"/>
                </a:cubicBezTo>
                <a:cubicBezTo>
                  <a:pt x="1207949" y="215969"/>
                  <a:pt x="1207949" y="215969"/>
                  <a:pt x="1179361" y="210189"/>
                </a:cubicBezTo>
                <a:cubicBezTo>
                  <a:pt x="1143912" y="204408"/>
                  <a:pt x="1103889" y="196316"/>
                  <a:pt x="1103889" y="145448"/>
                </a:cubicBezTo>
                <a:cubicBezTo>
                  <a:pt x="1103889" y="103829"/>
                  <a:pt x="1137051" y="72615"/>
                  <a:pt x="1194227" y="72615"/>
                </a:cubicBezTo>
                <a:close/>
                <a:moveTo>
                  <a:pt x="959735" y="72615"/>
                </a:moveTo>
                <a:cubicBezTo>
                  <a:pt x="983744" y="72615"/>
                  <a:pt x="1005466" y="79552"/>
                  <a:pt x="1023759" y="93425"/>
                </a:cubicBezTo>
                <a:cubicBezTo>
                  <a:pt x="1023759" y="93425"/>
                  <a:pt x="1023759" y="93425"/>
                  <a:pt x="1023759" y="74927"/>
                </a:cubicBezTo>
                <a:cubicBezTo>
                  <a:pt x="1023759" y="74927"/>
                  <a:pt x="1023759" y="74927"/>
                  <a:pt x="1078637" y="74927"/>
                </a:cubicBezTo>
                <a:cubicBezTo>
                  <a:pt x="1078637" y="74927"/>
                  <a:pt x="1078637" y="74927"/>
                  <a:pt x="1078637" y="296895"/>
                </a:cubicBezTo>
                <a:cubicBezTo>
                  <a:pt x="1078637" y="296895"/>
                  <a:pt x="1078637" y="296895"/>
                  <a:pt x="1023759" y="296895"/>
                </a:cubicBezTo>
                <a:cubicBezTo>
                  <a:pt x="1023759" y="296895"/>
                  <a:pt x="1023759" y="296895"/>
                  <a:pt x="1023759" y="281866"/>
                </a:cubicBezTo>
                <a:cubicBezTo>
                  <a:pt x="1005466" y="294583"/>
                  <a:pt x="983744" y="301519"/>
                  <a:pt x="959735" y="301519"/>
                </a:cubicBezTo>
                <a:cubicBezTo>
                  <a:pt x="896853" y="301519"/>
                  <a:pt x="845405" y="250652"/>
                  <a:pt x="845405" y="187067"/>
                </a:cubicBezTo>
                <a:cubicBezTo>
                  <a:pt x="845405" y="123483"/>
                  <a:pt x="896853" y="72615"/>
                  <a:pt x="959735" y="72615"/>
                </a:cubicBezTo>
                <a:close/>
                <a:moveTo>
                  <a:pt x="113040" y="72615"/>
                </a:moveTo>
                <a:cubicBezTo>
                  <a:pt x="137018" y="72615"/>
                  <a:pt x="159855" y="79552"/>
                  <a:pt x="178124" y="93425"/>
                </a:cubicBezTo>
                <a:cubicBezTo>
                  <a:pt x="178124" y="93425"/>
                  <a:pt x="178124" y="93425"/>
                  <a:pt x="178124" y="74927"/>
                </a:cubicBezTo>
                <a:cubicBezTo>
                  <a:pt x="178124" y="74927"/>
                  <a:pt x="178124" y="74927"/>
                  <a:pt x="231789" y="74927"/>
                </a:cubicBezTo>
                <a:cubicBezTo>
                  <a:pt x="231789" y="74927"/>
                  <a:pt x="231789" y="74927"/>
                  <a:pt x="231789" y="296895"/>
                </a:cubicBezTo>
                <a:cubicBezTo>
                  <a:pt x="231789" y="296895"/>
                  <a:pt x="231789" y="296895"/>
                  <a:pt x="178124" y="296895"/>
                </a:cubicBezTo>
                <a:cubicBezTo>
                  <a:pt x="178124" y="296895"/>
                  <a:pt x="178124" y="296895"/>
                  <a:pt x="178124" y="281866"/>
                </a:cubicBezTo>
                <a:cubicBezTo>
                  <a:pt x="159855" y="294583"/>
                  <a:pt x="137018" y="301519"/>
                  <a:pt x="113040" y="301519"/>
                </a:cubicBezTo>
                <a:cubicBezTo>
                  <a:pt x="50240" y="301519"/>
                  <a:pt x="0" y="250652"/>
                  <a:pt x="0" y="187067"/>
                </a:cubicBezTo>
                <a:cubicBezTo>
                  <a:pt x="0" y="123483"/>
                  <a:pt x="50240" y="72615"/>
                  <a:pt x="113040" y="72615"/>
                </a:cubicBezTo>
                <a:close/>
                <a:moveTo>
                  <a:pt x="768887" y="0"/>
                </a:moveTo>
                <a:cubicBezTo>
                  <a:pt x="768887" y="0"/>
                  <a:pt x="768887" y="0"/>
                  <a:pt x="823765" y="0"/>
                </a:cubicBezTo>
                <a:cubicBezTo>
                  <a:pt x="823765" y="0"/>
                  <a:pt x="823765" y="0"/>
                  <a:pt x="823765" y="296898"/>
                </a:cubicBezTo>
                <a:cubicBezTo>
                  <a:pt x="823765" y="296898"/>
                  <a:pt x="823765" y="296898"/>
                  <a:pt x="768887" y="296898"/>
                </a:cubicBezTo>
                <a:cubicBezTo>
                  <a:pt x="768887" y="296898"/>
                  <a:pt x="768887" y="296898"/>
                  <a:pt x="768887" y="281880"/>
                </a:cubicBezTo>
                <a:cubicBezTo>
                  <a:pt x="750594" y="294588"/>
                  <a:pt x="727729" y="301519"/>
                  <a:pt x="703719" y="301519"/>
                </a:cubicBezTo>
                <a:cubicBezTo>
                  <a:pt x="641981" y="301519"/>
                  <a:pt x="590533" y="250688"/>
                  <a:pt x="590533" y="187150"/>
                </a:cubicBezTo>
                <a:cubicBezTo>
                  <a:pt x="590533" y="123611"/>
                  <a:pt x="641981" y="72781"/>
                  <a:pt x="703719" y="72781"/>
                </a:cubicBezTo>
                <a:cubicBezTo>
                  <a:pt x="727729" y="72781"/>
                  <a:pt x="750594" y="79712"/>
                  <a:pt x="768887" y="93575"/>
                </a:cubicBezTo>
                <a:cubicBezTo>
                  <a:pt x="768887" y="93575"/>
                  <a:pt x="768887" y="93575"/>
                  <a:pt x="768887" y="0"/>
                </a:cubicBezTo>
                <a:close/>
                <a:moveTo>
                  <a:pt x="514071" y="0"/>
                </a:moveTo>
                <a:lnTo>
                  <a:pt x="568893" y="0"/>
                </a:lnTo>
                <a:lnTo>
                  <a:pt x="568893" y="55303"/>
                </a:lnTo>
                <a:lnTo>
                  <a:pt x="514071" y="55303"/>
                </a:lnTo>
                <a:close/>
                <a:moveTo>
                  <a:pt x="432857" y="0"/>
                </a:moveTo>
                <a:cubicBezTo>
                  <a:pt x="432857" y="0"/>
                  <a:pt x="432857" y="0"/>
                  <a:pt x="487622" y="0"/>
                </a:cubicBezTo>
                <a:cubicBezTo>
                  <a:pt x="487622" y="0"/>
                  <a:pt x="487622" y="0"/>
                  <a:pt x="487622" y="296898"/>
                </a:cubicBezTo>
                <a:cubicBezTo>
                  <a:pt x="487622" y="296898"/>
                  <a:pt x="487622" y="296898"/>
                  <a:pt x="432857" y="296898"/>
                </a:cubicBezTo>
                <a:cubicBezTo>
                  <a:pt x="432857" y="296898"/>
                  <a:pt x="432857" y="296898"/>
                  <a:pt x="432857" y="281880"/>
                </a:cubicBezTo>
                <a:cubicBezTo>
                  <a:pt x="414602" y="294588"/>
                  <a:pt x="391784" y="301519"/>
                  <a:pt x="367824" y="301519"/>
                </a:cubicBezTo>
                <a:cubicBezTo>
                  <a:pt x="305072" y="301519"/>
                  <a:pt x="254871" y="250688"/>
                  <a:pt x="254871" y="187150"/>
                </a:cubicBezTo>
                <a:cubicBezTo>
                  <a:pt x="254871" y="123611"/>
                  <a:pt x="305072" y="72781"/>
                  <a:pt x="367824" y="72781"/>
                </a:cubicBezTo>
                <a:cubicBezTo>
                  <a:pt x="391784" y="72781"/>
                  <a:pt x="414602" y="79712"/>
                  <a:pt x="432857" y="93575"/>
                </a:cubicBezTo>
                <a:cubicBezTo>
                  <a:pt x="432857" y="93575"/>
                  <a:pt x="432857" y="93575"/>
                  <a:pt x="432857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9"/>
          </p:nvPr>
        </p:nvSpPr>
        <p:spPr bwMode="gray">
          <a:xfrm>
            <a:off x="10667212" y="6953115"/>
            <a:ext cx="763799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E2F4D754-A9F1-41F2-9E4E-A0334A4EAF66}" type="datetime5">
              <a:rPr lang="zh-CN" alt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2023/10/19</a:t>
            </a:fld>
            <a:endParaRPr>
              <a:solidFill>
                <a:prstClr val="black">
                  <a:alpha val="0"/>
                </a:prstClr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20"/>
          </p:nvPr>
        </p:nvSpPr>
        <p:spPr bwMode="gray">
          <a:xfrm>
            <a:off x="1142717" y="6953115"/>
            <a:ext cx="3048187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>
                    <a:alpha val="0"/>
                  </a:prstClr>
                </a:solidFill>
              </a:rPr>
              <a:t>2021 ADIDAS AG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 bwMode="gray">
          <a:xfrm>
            <a:off x="11429607" y="6952918"/>
            <a:ext cx="381742" cy="95574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alpha val="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7670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adge of Spo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142542" y="1143087"/>
            <a:ext cx="6477197" cy="2666509"/>
          </a:xfrm>
        </p:spPr>
        <p:txBody>
          <a:bodyPr tIns="0" bIns="190483" anchor="b"/>
          <a:lstStyle>
            <a:lvl1pPr>
              <a:lnSpc>
                <a:spcPct val="75000"/>
              </a:lnSpc>
              <a:defRPr sz="6300" b="1" i="0" spc="26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8pPr>
            <a:lvl9pPr algn="l"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Title of your presentation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2542" y="3809596"/>
            <a:ext cx="4191412" cy="762233"/>
          </a:xfrm>
        </p:spPr>
        <p:txBody>
          <a:bodyPr tIns="0" anchor="t" anchorCtr="0"/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i="0" cap="all" spc="26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8" name="Text Placeholder 27"/>
          <p:cNvSpPr>
            <a:spLocks noGrp="1" noChangeAspect="1"/>
          </p:cNvSpPr>
          <p:nvPr>
            <p:ph type="body" sz="quarter" idx="16" hasCustomPrompt="1"/>
          </p:nvPr>
        </p:nvSpPr>
        <p:spPr bwMode="gray">
          <a:xfrm>
            <a:off x="8954110" y="4181727"/>
            <a:ext cx="1714677" cy="1152199"/>
          </a:xfrm>
          <a:custGeom>
            <a:avLst/>
            <a:gdLst>
              <a:gd name="connsiteX0" fmla="*/ 962421 w 1296055"/>
              <a:gd name="connsiteY0" fmla="*/ 695176 h 871084"/>
              <a:gd name="connsiteX1" fmla="*/ 900261 w 1296055"/>
              <a:gd name="connsiteY1" fmla="*/ 757970 h 871084"/>
              <a:gd name="connsiteX2" fmla="*/ 962421 w 1296055"/>
              <a:gd name="connsiteY2" fmla="*/ 820764 h 871084"/>
              <a:gd name="connsiteX3" fmla="*/ 1024581 w 1296055"/>
              <a:gd name="connsiteY3" fmla="*/ 757970 h 871084"/>
              <a:gd name="connsiteX4" fmla="*/ 962421 w 1296055"/>
              <a:gd name="connsiteY4" fmla="*/ 695176 h 871084"/>
              <a:gd name="connsiteX5" fmla="*/ 707228 w 1296055"/>
              <a:gd name="connsiteY5" fmla="*/ 695176 h 871084"/>
              <a:gd name="connsiteX6" fmla="*/ 644856 w 1296055"/>
              <a:gd name="connsiteY6" fmla="*/ 757970 h 871084"/>
              <a:gd name="connsiteX7" fmla="*/ 707228 w 1296055"/>
              <a:gd name="connsiteY7" fmla="*/ 820764 h 871084"/>
              <a:gd name="connsiteX8" fmla="*/ 769600 w 1296055"/>
              <a:gd name="connsiteY8" fmla="*/ 757970 h 871084"/>
              <a:gd name="connsiteX9" fmla="*/ 707228 w 1296055"/>
              <a:gd name="connsiteY9" fmla="*/ 695176 h 871084"/>
              <a:gd name="connsiteX10" fmla="*/ 371056 w 1296055"/>
              <a:gd name="connsiteY10" fmla="*/ 695176 h 871084"/>
              <a:gd name="connsiteX11" fmla="*/ 308262 w 1296055"/>
              <a:gd name="connsiteY11" fmla="*/ 757970 h 871084"/>
              <a:gd name="connsiteX12" fmla="*/ 371056 w 1296055"/>
              <a:gd name="connsiteY12" fmla="*/ 820764 h 871084"/>
              <a:gd name="connsiteX13" fmla="*/ 433850 w 1296055"/>
              <a:gd name="connsiteY13" fmla="*/ 757970 h 871084"/>
              <a:gd name="connsiteX14" fmla="*/ 371056 w 1296055"/>
              <a:gd name="connsiteY14" fmla="*/ 695176 h 871084"/>
              <a:gd name="connsiteX15" fmla="*/ 116074 w 1296055"/>
              <a:gd name="connsiteY15" fmla="*/ 695176 h 871084"/>
              <a:gd name="connsiteX16" fmla="*/ 53280 w 1296055"/>
              <a:gd name="connsiteY16" fmla="*/ 757970 h 871084"/>
              <a:gd name="connsiteX17" fmla="*/ 116074 w 1296055"/>
              <a:gd name="connsiteY17" fmla="*/ 820764 h 871084"/>
              <a:gd name="connsiteX18" fmla="*/ 178868 w 1296055"/>
              <a:gd name="connsiteY18" fmla="*/ 757970 h 871084"/>
              <a:gd name="connsiteX19" fmla="*/ 116074 w 1296055"/>
              <a:gd name="connsiteY19" fmla="*/ 695176 h 871084"/>
              <a:gd name="connsiteX20" fmla="*/ 514616 w 1296055"/>
              <a:gd name="connsiteY20" fmla="*/ 646970 h 871084"/>
              <a:gd name="connsiteX21" fmla="*/ 568742 w 1296055"/>
              <a:gd name="connsiteY21" fmla="*/ 646970 h 871084"/>
              <a:gd name="connsiteX22" fmla="*/ 568742 w 1296055"/>
              <a:gd name="connsiteY22" fmla="*/ 867278 h 871084"/>
              <a:gd name="connsiteX23" fmla="*/ 514616 w 1296055"/>
              <a:gd name="connsiteY23" fmla="*/ 867278 h 871084"/>
              <a:gd name="connsiteX24" fmla="*/ 1195519 w 1296055"/>
              <a:gd name="connsiteY24" fmla="*/ 644856 h 871084"/>
              <a:gd name="connsiteX25" fmla="*/ 1288012 w 1296055"/>
              <a:gd name="connsiteY25" fmla="*/ 716244 h 871084"/>
              <a:gd name="connsiteX26" fmla="*/ 1232717 w 1296055"/>
              <a:gd name="connsiteY26" fmla="*/ 716244 h 871084"/>
              <a:gd name="connsiteX27" fmla="*/ 1193508 w 1296055"/>
              <a:gd name="connsiteY27" fmla="*/ 686080 h 871084"/>
              <a:gd name="connsiteX28" fmla="*/ 1159326 w 1296055"/>
              <a:gd name="connsiteY28" fmla="*/ 707195 h 871084"/>
              <a:gd name="connsiteX29" fmla="*/ 1197530 w 1296055"/>
              <a:gd name="connsiteY29" fmla="*/ 729315 h 871084"/>
              <a:gd name="connsiteX30" fmla="*/ 1232717 w 1296055"/>
              <a:gd name="connsiteY30" fmla="*/ 736353 h 871084"/>
              <a:gd name="connsiteX31" fmla="*/ 1296055 w 1296055"/>
              <a:gd name="connsiteY31" fmla="*/ 798691 h 871084"/>
              <a:gd name="connsiteX32" fmla="*/ 1202557 w 1296055"/>
              <a:gd name="connsiteY32" fmla="*/ 871084 h 871084"/>
              <a:gd name="connsiteX33" fmla="*/ 1099004 w 1296055"/>
              <a:gd name="connsiteY33" fmla="*/ 795675 h 871084"/>
              <a:gd name="connsiteX34" fmla="*/ 1155305 w 1296055"/>
              <a:gd name="connsiteY34" fmla="*/ 795675 h 871084"/>
              <a:gd name="connsiteX35" fmla="*/ 1203562 w 1296055"/>
              <a:gd name="connsiteY35" fmla="*/ 829860 h 871084"/>
              <a:gd name="connsiteX36" fmla="*/ 1237744 w 1296055"/>
              <a:gd name="connsiteY36" fmla="*/ 807740 h 871084"/>
              <a:gd name="connsiteX37" fmla="*/ 1208589 w 1296055"/>
              <a:gd name="connsiteY37" fmla="*/ 786626 h 871084"/>
              <a:gd name="connsiteX38" fmla="*/ 1179433 w 1296055"/>
              <a:gd name="connsiteY38" fmla="*/ 781598 h 871084"/>
              <a:gd name="connsiteX39" fmla="*/ 1104031 w 1296055"/>
              <a:gd name="connsiteY39" fmla="*/ 716244 h 871084"/>
              <a:gd name="connsiteX40" fmla="*/ 1195519 w 1296055"/>
              <a:gd name="connsiteY40" fmla="*/ 644856 h 871084"/>
              <a:gd name="connsiteX41" fmla="*/ 959538 w 1296055"/>
              <a:gd name="connsiteY41" fmla="*/ 644856 h 871084"/>
              <a:gd name="connsiteX42" fmla="*/ 1024861 w 1296055"/>
              <a:gd name="connsiteY42" fmla="*/ 664965 h 871084"/>
              <a:gd name="connsiteX43" fmla="*/ 1024861 w 1296055"/>
              <a:gd name="connsiteY43" fmla="*/ 646867 h 871084"/>
              <a:gd name="connsiteX44" fmla="*/ 1079129 w 1296055"/>
              <a:gd name="connsiteY44" fmla="*/ 646867 h 871084"/>
              <a:gd name="connsiteX45" fmla="*/ 1079129 w 1296055"/>
              <a:gd name="connsiteY45" fmla="*/ 867062 h 871084"/>
              <a:gd name="connsiteX46" fmla="*/ 1024861 w 1296055"/>
              <a:gd name="connsiteY46" fmla="*/ 867062 h 871084"/>
              <a:gd name="connsiteX47" fmla="*/ 1024861 w 1296055"/>
              <a:gd name="connsiteY47" fmla="*/ 850975 h 871084"/>
              <a:gd name="connsiteX48" fmla="*/ 959538 w 1296055"/>
              <a:gd name="connsiteY48" fmla="*/ 871084 h 871084"/>
              <a:gd name="connsiteX49" fmla="*/ 846981 w 1296055"/>
              <a:gd name="connsiteY49" fmla="*/ 757467 h 871084"/>
              <a:gd name="connsiteX50" fmla="*/ 959538 w 1296055"/>
              <a:gd name="connsiteY50" fmla="*/ 644856 h 871084"/>
              <a:gd name="connsiteX51" fmla="*/ 113561 w 1296055"/>
              <a:gd name="connsiteY51" fmla="*/ 644856 h 871084"/>
              <a:gd name="connsiteX52" fmla="*/ 177880 w 1296055"/>
              <a:gd name="connsiteY52" fmla="*/ 664965 h 871084"/>
              <a:gd name="connsiteX53" fmla="*/ 177880 w 1296055"/>
              <a:gd name="connsiteY53" fmla="*/ 646867 h 871084"/>
              <a:gd name="connsiteX54" fmla="*/ 232148 w 1296055"/>
              <a:gd name="connsiteY54" fmla="*/ 646867 h 871084"/>
              <a:gd name="connsiteX55" fmla="*/ 232148 w 1296055"/>
              <a:gd name="connsiteY55" fmla="*/ 867062 h 871084"/>
              <a:gd name="connsiteX56" fmla="*/ 177880 w 1296055"/>
              <a:gd name="connsiteY56" fmla="*/ 867062 h 871084"/>
              <a:gd name="connsiteX57" fmla="*/ 177880 w 1296055"/>
              <a:gd name="connsiteY57" fmla="*/ 850975 h 871084"/>
              <a:gd name="connsiteX58" fmla="*/ 113561 w 1296055"/>
              <a:gd name="connsiteY58" fmla="*/ 871084 h 871084"/>
              <a:gd name="connsiteX59" fmla="*/ 0 w 1296055"/>
              <a:gd name="connsiteY59" fmla="*/ 757467 h 871084"/>
              <a:gd name="connsiteX60" fmla="*/ 113561 w 1296055"/>
              <a:gd name="connsiteY60" fmla="*/ 644856 h 871084"/>
              <a:gd name="connsiteX61" fmla="*/ 332788 w 1296055"/>
              <a:gd name="connsiteY61" fmla="*/ 397484 h 871084"/>
              <a:gd name="connsiteX62" fmla="*/ 433005 w 1296055"/>
              <a:gd name="connsiteY62" fmla="*/ 572547 h 871084"/>
              <a:gd name="connsiteX63" fmla="*/ 433807 w 1296055"/>
              <a:gd name="connsiteY63" fmla="*/ 572547 h 871084"/>
              <a:gd name="connsiteX64" fmla="*/ 487130 w 1296055"/>
              <a:gd name="connsiteY64" fmla="*/ 572547 h 871084"/>
              <a:gd name="connsiteX65" fmla="*/ 487130 w 1296055"/>
              <a:gd name="connsiteY65" fmla="*/ 867063 h 871084"/>
              <a:gd name="connsiteX66" fmla="*/ 432961 w 1296055"/>
              <a:gd name="connsiteY66" fmla="*/ 867063 h 871084"/>
              <a:gd name="connsiteX67" fmla="*/ 432961 w 1296055"/>
              <a:gd name="connsiteY67" fmla="*/ 850981 h 871084"/>
              <a:gd name="connsiteX68" fmla="*/ 368760 w 1296055"/>
              <a:gd name="connsiteY68" fmla="*/ 871084 h 871084"/>
              <a:gd name="connsiteX69" fmla="*/ 255405 w 1296055"/>
              <a:gd name="connsiteY69" fmla="*/ 757499 h 871084"/>
              <a:gd name="connsiteX70" fmla="*/ 368760 w 1296055"/>
              <a:gd name="connsiteY70" fmla="*/ 644920 h 871084"/>
              <a:gd name="connsiteX71" fmla="*/ 432961 w 1296055"/>
              <a:gd name="connsiteY71" fmla="*/ 665023 h 871084"/>
              <a:gd name="connsiteX72" fmla="*/ 432961 w 1296055"/>
              <a:gd name="connsiteY72" fmla="*/ 572547 h 871084"/>
              <a:gd name="connsiteX73" fmla="*/ 178868 w 1296055"/>
              <a:gd name="connsiteY73" fmla="*/ 572547 h 871084"/>
              <a:gd name="connsiteX74" fmla="*/ 141657 w 1296055"/>
              <a:gd name="connsiteY74" fmla="*/ 507004 h 871084"/>
              <a:gd name="connsiteX75" fmla="*/ 555633 w 1296055"/>
              <a:gd name="connsiteY75" fmla="*/ 200856 h 871084"/>
              <a:gd name="connsiteX76" fmla="*/ 769599 w 1296055"/>
              <a:gd name="connsiteY76" fmla="*/ 572547 h 871084"/>
              <a:gd name="connsiteX77" fmla="*/ 770304 w 1296055"/>
              <a:gd name="connsiteY77" fmla="*/ 572547 h 871084"/>
              <a:gd name="connsiteX78" fmla="*/ 823724 w 1296055"/>
              <a:gd name="connsiteY78" fmla="*/ 572547 h 871084"/>
              <a:gd name="connsiteX79" fmla="*/ 823724 w 1296055"/>
              <a:gd name="connsiteY79" fmla="*/ 867063 h 871084"/>
              <a:gd name="connsiteX80" fmla="*/ 769456 w 1296055"/>
              <a:gd name="connsiteY80" fmla="*/ 867063 h 871084"/>
              <a:gd name="connsiteX81" fmla="*/ 769456 w 1296055"/>
              <a:gd name="connsiteY81" fmla="*/ 850981 h 871084"/>
              <a:gd name="connsiteX82" fmla="*/ 704133 w 1296055"/>
              <a:gd name="connsiteY82" fmla="*/ 871084 h 871084"/>
              <a:gd name="connsiteX83" fmla="*/ 591576 w 1296055"/>
              <a:gd name="connsiteY83" fmla="*/ 757499 h 871084"/>
              <a:gd name="connsiteX84" fmla="*/ 704133 w 1296055"/>
              <a:gd name="connsiteY84" fmla="*/ 644920 h 871084"/>
              <a:gd name="connsiteX85" fmla="*/ 769456 w 1296055"/>
              <a:gd name="connsiteY85" fmla="*/ 665023 h 871084"/>
              <a:gd name="connsiteX86" fmla="*/ 769456 w 1296055"/>
              <a:gd name="connsiteY86" fmla="*/ 572547 h 871084"/>
              <a:gd name="connsiteX87" fmla="*/ 568742 w 1296055"/>
              <a:gd name="connsiteY87" fmla="*/ 572547 h 871084"/>
              <a:gd name="connsiteX88" fmla="*/ 568742 w 1296055"/>
              <a:gd name="connsiteY88" fmla="*/ 626672 h 871084"/>
              <a:gd name="connsiteX89" fmla="*/ 514616 w 1296055"/>
              <a:gd name="connsiteY89" fmla="*/ 626672 h 871084"/>
              <a:gd name="connsiteX90" fmla="*/ 514616 w 1296055"/>
              <a:gd name="connsiteY90" fmla="*/ 572547 h 871084"/>
              <a:gd name="connsiteX91" fmla="*/ 364925 w 1296055"/>
              <a:gd name="connsiteY91" fmla="*/ 310799 h 871084"/>
              <a:gd name="connsiteX92" fmla="*/ 775519 w 1296055"/>
              <a:gd name="connsiteY92" fmla="*/ 0 h 871084"/>
              <a:gd name="connsiteX93" fmla="*/ 1106192 w 1296055"/>
              <a:gd name="connsiteY93" fmla="*/ 572547 h 871084"/>
              <a:gd name="connsiteX94" fmla="*/ 850787 w 1296055"/>
              <a:gd name="connsiteY94" fmla="*/ 572547 h 871084"/>
              <a:gd name="connsiteX95" fmla="*/ 585656 w 1296055"/>
              <a:gd name="connsiteY95" fmla="*/ 110366 h 87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296055" h="871084">
                <a:moveTo>
                  <a:pt x="962421" y="695176"/>
                </a:moveTo>
                <a:cubicBezTo>
                  <a:pt x="928091" y="695176"/>
                  <a:pt x="900261" y="723290"/>
                  <a:pt x="900261" y="757970"/>
                </a:cubicBezTo>
                <a:cubicBezTo>
                  <a:pt x="900261" y="792650"/>
                  <a:pt x="928091" y="820764"/>
                  <a:pt x="962421" y="820764"/>
                </a:cubicBezTo>
                <a:cubicBezTo>
                  <a:pt x="996751" y="820764"/>
                  <a:pt x="1024581" y="792650"/>
                  <a:pt x="1024581" y="757970"/>
                </a:cubicBezTo>
                <a:cubicBezTo>
                  <a:pt x="1024581" y="723290"/>
                  <a:pt x="996751" y="695176"/>
                  <a:pt x="962421" y="695176"/>
                </a:cubicBezTo>
                <a:close/>
                <a:moveTo>
                  <a:pt x="707228" y="695176"/>
                </a:moveTo>
                <a:cubicBezTo>
                  <a:pt x="672781" y="695176"/>
                  <a:pt x="644856" y="723290"/>
                  <a:pt x="644856" y="757970"/>
                </a:cubicBezTo>
                <a:cubicBezTo>
                  <a:pt x="644856" y="792650"/>
                  <a:pt x="672781" y="820764"/>
                  <a:pt x="707228" y="820764"/>
                </a:cubicBezTo>
                <a:cubicBezTo>
                  <a:pt x="741675" y="820764"/>
                  <a:pt x="769600" y="792650"/>
                  <a:pt x="769600" y="757970"/>
                </a:cubicBezTo>
                <a:cubicBezTo>
                  <a:pt x="769600" y="723290"/>
                  <a:pt x="741675" y="695176"/>
                  <a:pt x="707228" y="695176"/>
                </a:cubicBezTo>
                <a:close/>
                <a:moveTo>
                  <a:pt x="371056" y="695176"/>
                </a:moveTo>
                <a:cubicBezTo>
                  <a:pt x="336376" y="695176"/>
                  <a:pt x="308262" y="723290"/>
                  <a:pt x="308262" y="757970"/>
                </a:cubicBezTo>
                <a:cubicBezTo>
                  <a:pt x="308262" y="792650"/>
                  <a:pt x="336376" y="820764"/>
                  <a:pt x="371056" y="820764"/>
                </a:cubicBezTo>
                <a:cubicBezTo>
                  <a:pt x="405736" y="820764"/>
                  <a:pt x="433850" y="792650"/>
                  <a:pt x="433850" y="757970"/>
                </a:cubicBezTo>
                <a:cubicBezTo>
                  <a:pt x="433850" y="723290"/>
                  <a:pt x="405736" y="695176"/>
                  <a:pt x="371056" y="695176"/>
                </a:cubicBezTo>
                <a:close/>
                <a:moveTo>
                  <a:pt x="116074" y="695176"/>
                </a:moveTo>
                <a:cubicBezTo>
                  <a:pt x="81394" y="695176"/>
                  <a:pt x="53280" y="723290"/>
                  <a:pt x="53280" y="757970"/>
                </a:cubicBezTo>
                <a:cubicBezTo>
                  <a:pt x="53280" y="792650"/>
                  <a:pt x="81394" y="820764"/>
                  <a:pt x="116074" y="820764"/>
                </a:cubicBezTo>
                <a:cubicBezTo>
                  <a:pt x="150754" y="820764"/>
                  <a:pt x="178868" y="792650"/>
                  <a:pt x="178868" y="757970"/>
                </a:cubicBezTo>
                <a:cubicBezTo>
                  <a:pt x="178868" y="723290"/>
                  <a:pt x="150754" y="695176"/>
                  <a:pt x="116074" y="695176"/>
                </a:cubicBezTo>
                <a:close/>
                <a:moveTo>
                  <a:pt x="514616" y="646970"/>
                </a:moveTo>
                <a:lnTo>
                  <a:pt x="568742" y="646970"/>
                </a:lnTo>
                <a:lnTo>
                  <a:pt x="568742" y="867278"/>
                </a:lnTo>
                <a:lnTo>
                  <a:pt x="514616" y="867278"/>
                </a:lnTo>
                <a:close/>
                <a:moveTo>
                  <a:pt x="1195519" y="644856"/>
                </a:moveTo>
                <a:cubicBezTo>
                  <a:pt x="1250814" y="644856"/>
                  <a:pt x="1284996" y="673009"/>
                  <a:pt x="1288012" y="716244"/>
                </a:cubicBezTo>
                <a:cubicBezTo>
                  <a:pt x="1288012" y="716244"/>
                  <a:pt x="1288012" y="716244"/>
                  <a:pt x="1232717" y="716244"/>
                </a:cubicBezTo>
                <a:cubicBezTo>
                  <a:pt x="1232717" y="700156"/>
                  <a:pt x="1220653" y="686080"/>
                  <a:pt x="1193508" y="686080"/>
                </a:cubicBezTo>
                <a:cubicBezTo>
                  <a:pt x="1174406" y="686080"/>
                  <a:pt x="1159326" y="692113"/>
                  <a:pt x="1159326" y="707195"/>
                </a:cubicBezTo>
                <a:cubicBezTo>
                  <a:pt x="1159326" y="720265"/>
                  <a:pt x="1175412" y="725293"/>
                  <a:pt x="1197530" y="729315"/>
                </a:cubicBezTo>
                <a:cubicBezTo>
                  <a:pt x="1197530" y="729315"/>
                  <a:pt x="1197530" y="729315"/>
                  <a:pt x="1232717" y="736353"/>
                </a:cubicBezTo>
                <a:cubicBezTo>
                  <a:pt x="1276953" y="744396"/>
                  <a:pt x="1296055" y="764506"/>
                  <a:pt x="1296055" y="798691"/>
                </a:cubicBezTo>
                <a:cubicBezTo>
                  <a:pt x="1296055" y="848964"/>
                  <a:pt x="1253830" y="871084"/>
                  <a:pt x="1202557" y="871084"/>
                </a:cubicBezTo>
                <a:cubicBezTo>
                  <a:pt x="1139219" y="871084"/>
                  <a:pt x="1101015" y="839915"/>
                  <a:pt x="1099004" y="795675"/>
                </a:cubicBezTo>
                <a:cubicBezTo>
                  <a:pt x="1099004" y="795675"/>
                  <a:pt x="1099004" y="795675"/>
                  <a:pt x="1155305" y="795675"/>
                </a:cubicBezTo>
                <a:cubicBezTo>
                  <a:pt x="1155305" y="810757"/>
                  <a:pt x="1167369" y="829860"/>
                  <a:pt x="1203562" y="829860"/>
                </a:cubicBezTo>
                <a:cubicBezTo>
                  <a:pt x="1227691" y="829860"/>
                  <a:pt x="1237744" y="818800"/>
                  <a:pt x="1237744" y="807740"/>
                </a:cubicBezTo>
                <a:cubicBezTo>
                  <a:pt x="1237744" y="795675"/>
                  <a:pt x="1228696" y="790648"/>
                  <a:pt x="1208589" y="786626"/>
                </a:cubicBezTo>
                <a:cubicBezTo>
                  <a:pt x="1208589" y="786626"/>
                  <a:pt x="1208589" y="786626"/>
                  <a:pt x="1179433" y="781598"/>
                </a:cubicBezTo>
                <a:cubicBezTo>
                  <a:pt x="1144246" y="774560"/>
                  <a:pt x="1104031" y="766517"/>
                  <a:pt x="1104031" y="716244"/>
                </a:cubicBezTo>
                <a:cubicBezTo>
                  <a:pt x="1104031" y="676025"/>
                  <a:pt x="1138213" y="644856"/>
                  <a:pt x="1195519" y="644856"/>
                </a:cubicBezTo>
                <a:close/>
                <a:moveTo>
                  <a:pt x="959538" y="644856"/>
                </a:moveTo>
                <a:cubicBezTo>
                  <a:pt x="983657" y="644856"/>
                  <a:pt x="1006771" y="651894"/>
                  <a:pt x="1024861" y="664965"/>
                </a:cubicBezTo>
                <a:cubicBezTo>
                  <a:pt x="1024861" y="664965"/>
                  <a:pt x="1024861" y="664965"/>
                  <a:pt x="1024861" y="646867"/>
                </a:cubicBezTo>
                <a:cubicBezTo>
                  <a:pt x="1024861" y="646867"/>
                  <a:pt x="1024861" y="646867"/>
                  <a:pt x="1079129" y="646867"/>
                </a:cubicBezTo>
                <a:cubicBezTo>
                  <a:pt x="1079129" y="646867"/>
                  <a:pt x="1079129" y="646867"/>
                  <a:pt x="1079129" y="867062"/>
                </a:cubicBezTo>
                <a:cubicBezTo>
                  <a:pt x="1079129" y="867062"/>
                  <a:pt x="1079129" y="867062"/>
                  <a:pt x="1024861" y="867062"/>
                </a:cubicBezTo>
                <a:cubicBezTo>
                  <a:pt x="1024861" y="867062"/>
                  <a:pt x="1024861" y="867062"/>
                  <a:pt x="1024861" y="850975"/>
                </a:cubicBezTo>
                <a:cubicBezTo>
                  <a:pt x="1006771" y="864046"/>
                  <a:pt x="983657" y="871084"/>
                  <a:pt x="959538" y="871084"/>
                </a:cubicBezTo>
                <a:cubicBezTo>
                  <a:pt x="897230" y="871084"/>
                  <a:pt x="846981" y="820811"/>
                  <a:pt x="846981" y="757467"/>
                </a:cubicBezTo>
                <a:cubicBezTo>
                  <a:pt x="846981" y="695129"/>
                  <a:pt x="897230" y="644856"/>
                  <a:pt x="959538" y="644856"/>
                </a:cubicBezTo>
                <a:close/>
                <a:moveTo>
                  <a:pt x="113561" y="644856"/>
                </a:moveTo>
                <a:cubicBezTo>
                  <a:pt x="137681" y="644856"/>
                  <a:pt x="159790" y="651894"/>
                  <a:pt x="177880" y="664965"/>
                </a:cubicBezTo>
                <a:cubicBezTo>
                  <a:pt x="177880" y="664965"/>
                  <a:pt x="177880" y="664965"/>
                  <a:pt x="177880" y="646867"/>
                </a:cubicBezTo>
                <a:cubicBezTo>
                  <a:pt x="177880" y="646867"/>
                  <a:pt x="177880" y="646867"/>
                  <a:pt x="232148" y="646867"/>
                </a:cubicBezTo>
                <a:cubicBezTo>
                  <a:pt x="232148" y="646867"/>
                  <a:pt x="232148" y="646867"/>
                  <a:pt x="232148" y="867062"/>
                </a:cubicBezTo>
                <a:cubicBezTo>
                  <a:pt x="232148" y="867062"/>
                  <a:pt x="232148" y="867062"/>
                  <a:pt x="177880" y="867062"/>
                </a:cubicBezTo>
                <a:cubicBezTo>
                  <a:pt x="177880" y="867062"/>
                  <a:pt x="177880" y="867062"/>
                  <a:pt x="177880" y="850975"/>
                </a:cubicBezTo>
                <a:cubicBezTo>
                  <a:pt x="159790" y="864046"/>
                  <a:pt x="137681" y="871084"/>
                  <a:pt x="113561" y="871084"/>
                </a:cubicBezTo>
                <a:cubicBezTo>
                  <a:pt x="50248" y="871084"/>
                  <a:pt x="0" y="820811"/>
                  <a:pt x="0" y="757467"/>
                </a:cubicBezTo>
                <a:cubicBezTo>
                  <a:pt x="0" y="695129"/>
                  <a:pt x="50248" y="644856"/>
                  <a:pt x="113561" y="644856"/>
                </a:cubicBezTo>
                <a:close/>
                <a:moveTo>
                  <a:pt x="332788" y="397484"/>
                </a:moveTo>
                <a:lnTo>
                  <a:pt x="433005" y="572547"/>
                </a:lnTo>
                <a:lnTo>
                  <a:pt x="433807" y="572547"/>
                </a:lnTo>
                <a:cubicBezTo>
                  <a:pt x="436346" y="572547"/>
                  <a:pt x="446503" y="572547"/>
                  <a:pt x="487130" y="572547"/>
                </a:cubicBezTo>
                <a:cubicBezTo>
                  <a:pt x="487130" y="572547"/>
                  <a:pt x="487130" y="572547"/>
                  <a:pt x="487130" y="867063"/>
                </a:cubicBezTo>
                <a:cubicBezTo>
                  <a:pt x="487130" y="867063"/>
                  <a:pt x="487130" y="867063"/>
                  <a:pt x="432961" y="867063"/>
                </a:cubicBezTo>
                <a:cubicBezTo>
                  <a:pt x="432961" y="867063"/>
                  <a:pt x="432961" y="867063"/>
                  <a:pt x="432961" y="850981"/>
                </a:cubicBezTo>
                <a:cubicBezTo>
                  <a:pt x="414904" y="864048"/>
                  <a:pt x="392835" y="871084"/>
                  <a:pt x="368760" y="871084"/>
                </a:cubicBezTo>
                <a:cubicBezTo>
                  <a:pt x="305562" y="871084"/>
                  <a:pt x="255405" y="820825"/>
                  <a:pt x="255405" y="757499"/>
                </a:cubicBezTo>
                <a:cubicBezTo>
                  <a:pt x="255405" y="695178"/>
                  <a:pt x="305562" y="644920"/>
                  <a:pt x="368760" y="644920"/>
                </a:cubicBezTo>
                <a:cubicBezTo>
                  <a:pt x="392835" y="644920"/>
                  <a:pt x="414904" y="651956"/>
                  <a:pt x="432961" y="665023"/>
                </a:cubicBezTo>
                <a:cubicBezTo>
                  <a:pt x="432961" y="665023"/>
                  <a:pt x="432961" y="665023"/>
                  <a:pt x="432961" y="572547"/>
                </a:cubicBezTo>
                <a:lnTo>
                  <a:pt x="178868" y="572547"/>
                </a:lnTo>
                <a:lnTo>
                  <a:pt x="141657" y="507004"/>
                </a:lnTo>
                <a:close/>
                <a:moveTo>
                  <a:pt x="555633" y="200856"/>
                </a:moveTo>
                <a:lnTo>
                  <a:pt x="769599" y="572547"/>
                </a:lnTo>
                <a:lnTo>
                  <a:pt x="770304" y="572547"/>
                </a:lnTo>
                <a:cubicBezTo>
                  <a:pt x="772848" y="572547"/>
                  <a:pt x="783023" y="572547"/>
                  <a:pt x="823724" y="572547"/>
                </a:cubicBezTo>
                <a:cubicBezTo>
                  <a:pt x="823724" y="572547"/>
                  <a:pt x="823724" y="572547"/>
                  <a:pt x="823724" y="867063"/>
                </a:cubicBezTo>
                <a:cubicBezTo>
                  <a:pt x="823724" y="867063"/>
                  <a:pt x="823724" y="867063"/>
                  <a:pt x="769456" y="867063"/>
                </a:cubicBezTo>
                <a:cubicBezTo>
                  <a:pt x="769456" y="867063"/>
                  <a:pt x="769456" y="867063"/>
                  <a:pt x="769456" y="850981"/>
                </a:cubicBezTo>
                <a:cubicBezTo>
                  <a:pt x="751366" y="864048"/>
                  <a:pt x="728252" y="871084"/>
                  <a:pt x="704133" y="871084"/>
                </a:cubicBezTo>
                <a:cubicBezTo>
                  <a:pt x="641825" y="871084"/>
                  <a:pt x="591576" y="820825"/>
                  <a:pt x="591576" y="757499"/>
                </a:cubicBezTo>
                <a:cubicBezTo>
                  <a:pt x="591576" y="695178"/>
                  <a:pt x="641825" y="644920"/>
                  <a:pt x="704133" y="644920"/>
                </a:cubicBezTo>
                <a:cubicBezTo>
                  <a:pt x="728252" y="644920"/>
                  <a:pt x="751366" y="651956"/>
                  <a:pt x="769456" y="665023"/>
                </a:cubicBezTo>
                <a:cubicBezTo>
                  <a:pt x="769456" y="665023"/>
                  <a:pt x="769456" y="665023"/>
                  <a:pt x="769456" y="572547"/>
                </a:cubicBezTo>
                <a:lnTo>
                  <a:pt x="568742" y="572547"/>
                </a:lnTo>
                <a:lnTo>
                  <a:pt x="568742" y="626672"/>
                </a:lnTo>
                <a:lnTo>
                  <a:pt x="514616" y="626672"/>
                </a:lnTo>
                <a:lnTo>
                  <a:pt x="514616" y="572547"/>
                </a:lnTo>
                <a:lnTo>
                  <a:pt x="364925" y="310799"/>
                </a:lnTo>
                <a:close/>
                <a:moveTo>
                  <a:pt x="775519" y="0"/>
                </a:moveTo>
                <a:lnTo>
                  <a:pt x="1106192" y="572547"/>
                </a:lnTo>
                <a:lnTo>
                  <a:pt x="850787" y="572547"/>
                </a:lnTo>
                <a:lnTo>
                  <a:pt x="585656" y="11036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9"/>
          </p:nvPr>
        </p:nvSpPr>
        <p:spPr bwMode="gray">
          <a:xfrm>
            <a:off x="10667212" y="6953115"/>
            <a:ext cx="763799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E2F4D754-A9F1-41F2-9E4E-A0334A4EAF66}" type="datetime5">
              <a:rPr lang="zh-CN" alt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2023/10/19</a:t>
            </a:fld>
            <a:endParaRPr>
              <a:solidFill>
                <a:prstClr val="black">
                  <a:alpha val="0"/>
                </a:prstClr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20"/>
          </p:nvPr>
        </p:nvSpPr>
        <p:spPr bwMode="gray">
          <a:xfrm>
            <a:off x="1142717" y="6953115"/>
            <a:ext cx="3048187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>
                    <a:alpha val="0"/>
                  </a:prstClr>
                </a:solidFill>
              </a:rPr>
              <a:t>2021 ADIDAS AG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1"/>
          </p:nvPr>
        </p:nvSpPr>
        <p:spPr bwMode="gray">
          <a:xfrm>
            <a:off x="11429607" y="6952918"/>
            <a:ext cx="381742" cy="95574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alpha val="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258460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igin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 bwMode="gray"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rgbClr val="007FC5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6" name="Text Placeholder 85"/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8953674" y="3667652"/>
            <a:ext cx="1714605" cy="1666062"/>
          </a:xfrm>
          <a:custGeom>
            <a:avLst/>
            <a:gdLst>
              <a:gd name="connsiteX0" fmla="*/ 955140 w 1289296"/>
              <a:gd name="connsiteY0" fmla="*/ 1076565 h 1253058"/>
              <a:gd name="connsiteX1" fmla="*/ 891054 w 1289296"/>
              <a:gd name="connsiteY1" fmla="*/ 1139771 h 1253058"/>
              <a:gd name="connsiteX2" fmla="*/ 955140 w 1289296"/>
              <a:gd name="connsiteY2" fmla="*/ 1201957 h 1253058"/>
              <a:gd name="connsiteX3" fmla="*/ 1015157 w 1289296"/>
              <a:gd name="connsiteY3" fmla="*/ 1139771 h 1253058"/>
              <a:gd name="connsiteX4" fmla="*/ 955140 w 1289296"/>
              <a:gd name="connsiteY4" fmla="*/ 1076565 h 1253058"/>
              <a:gd name="connsiteX5" fmla="*/ 703316 w 1289296"/>
              <a:gd name="connsiteY5" fmla="*/ 1076565 h 1253058"/>
              <a:gd name="connsiteX6" fmla="*/ 641129 w 1289296"/>
              <a:gd name="connsiteY6" fmla="*/ 1139771 h 1253058"/>
              <a:gd name="connsiteX7" fmla="*/ 703316 w 1289296"/>
              <a:gd name="connsiteY7" fmla="*/ 1201957 h 1253058"/>
              <a:gd name="connsiteX8" fmla="*/ 766521 w 1289296"/>
              <a:gd name="connsiteY8" fmla="*/ 1139771 h 1253058"/>
              <a:gd name="connsiteX9" fmla="*/ 703316 w 1289296"/>
              <a:gd name="connsiteY9" fmla="*/ 1076565 h 1253058"/>
              <a:gd name="connsiteX10" fmla="*/ 368473 w 1289296"/>
              <a:gd name="connsiteY10" fmla="*/ 1076565 h 1253058"/>
              <a:gd name="connsiteX11" fmla="*/ 303173 w 1289296"/>
              <a:gd name="connsiteY11" fmla="*/ 1139771 h 1253058"/>
              <a:gd name="connsiteX12" fmla="*/ 368473 w 1289296"/>
              <a:gd name="connsiteY12" fmla="*/ 1201957 h 1253058"/>
              <a:gd name="connsiteX13" fmla="*/ 430712 w 1289296"/>
              <a:gd name="connsiteY13" fmla="*/ 1139771 h 1253058"/>
              <a:gd name="connsiteX14" fmla="*/ 368473 w 1289296"/>
              <a:gd name="connsiteY14" fmla="*/ 1076565 h 1253058"/>
              <a:gd name="connsiteX15" fmla="*/ 115568 w 1289296"/>
              <a:gd name="connsiteY15" fmla="*/ 1076565 h 1253058"/>
              <a:gd name="connsiteX16" fmla="*/ 53249 w 1289296"/>
              <a:gd name="connsiteY16" fmla="*/ 1139771 h 1253058"/>
              <a:gd name="connsiteX17" fmla="*/ 115568 w 1289296"/>
              <a:gd name="connsiteY17" fmla="*/ 1201957 h 1253058"/>
              <a:gd name="connsiteX18" fmla="*/ 179929 w 1289296"/>
              <a:gd name="connsiteY18" fmla="*/ 1139771 h 1253058"/>
              <a:gd name="connsiteX19" fmla="*/ 115568 w 1289296"/>
              <a:gd name="connsiteY19" fmla="*/ 1076565 h 1253058"/>
              <a:gd name="connsiteX20" fmla="*/ 512302 w 1289296"/>
              <a:gd name="connsiteY20" fmla="*/ 1029328 h 1253058"/>
              <a:gd name="connsiteX21" fmla="*/ 565551 w 1289296"/>
              <a:gd name="connsiteY21" fmla="*/ 1029328 h 1253058"/>
              <a:gd name="connsiteX22" fmla="*/ 565551 w 1289296"/>
              <a:gd name="connsiteY22" fmla="*/ 1247905 h 1253058"/>
              <a:gd name="connsiteX23" fmla="*/ 512302 w 1289296"/>
              <a:gd name="connsiteY23" fmla="*/ 1247905 h 1253058"/>
              <a:gd name="connsiteX24" fmla="*/ 1186657 w 1289296"/>
              <a:gd name="connsiteY24" fmla="*/ 1026322 h 1253058"/>
              <a:gd name="connsiteX25" fmla="*/ 1279516 w 1289296"/>
              <a:gd name="connsiteY25" fmla="*/ 1097815 h 1253058"/>
              <a:gd name="connsiteX26" fmla="*/ 1224413 w 1289296"/>
              <a:gd name="connsiteY26" fmla="*/ 1097815 h 1253058"/>
              <a:gd name="connsiteX27" fmla="*/ 1188698 w 1289296"/>
              <a:gd name="connsiteY27" fmla="*/ 1068197 h 1253058"/>
              <a:gd name="connsiteX28" fmla="*/ 1150942 w 1289296"/>
              <a:gd name="connsiteY28" fmla="*/ 1087602 h 1253058"/>
              <a:gd name="connsiteX29" fmla="*/ 1232576 w 1289296"/>
              <a:gd name="connsiteY29" fmla="*/ 1118242 h 1253058"/>
              <a:gd name="connsiteX30" fmla="*/ 1288700 w 1289296"/>
              <a:gd name="connsiteY30" fmla="*/ 1177479 h 1253058"/>
              <a:gd name="connsiteX31" fmla="*/ 1189718 w 1289296"/>
              <a:gd name="connsiteY31" fmla="*/ 1253058 h 1253058"/>
              <a:gd name="connsiteX32" fmla="*/ 1090736 w 1289296"/>
              <a:gd name="connsiteY32" fmla="*/ 1177479 h 1253058"/>
              <a:gd name="connsiteX33" fmla="*/ 1147880 w 1289296"/>
              <a:gd name="connsiteY33" fmla="*/ 1177479 h 1253058"/>
              <a:gd name="connsiteX34" fmla="*/ 1192780 w 1289296"/>
              <a:gd name="connsiteY34" fmla="*/ 1212205 h 1253058"/>
              <a:gd name="connsiteX35" fmla="*/ 1229515 w 1289296"/>
              <a:gd name="connsiteY35" fmla="*/ 1186671 h 1253058"/>
              <a:gd name="connsiteX36" fmla="*/ 1182575 w 1289296"/>
              <a:gd name="connsiteY36" fmla="*/ 1165223 h 1253058"/>
              <a:gd name="connsiteX37" fmla="*/ 1126451 w 1289296"/>
              <a:gd name="connsiteY37" fmla="*/ 1149903 h 1253058"/>
              <a:gd name="connsiteX38" fmla="*/ 1095838 w 1289296"/>
              <a:gd name="connsiteY38" fmla="*/ 1096794 h 1253058"/>
              <a:gd name="connsiteX39" fmla="*/ 1186657 w 1289296"/>
              <a:gd name="connsiteY39" fmla="*/ 1026322 h 1253058"/>
              <a:gd name="connsiteX40" fmla="*/ 952138 w 1289296"/>
              <a:gd name="connsiteY40" fmla="*/ 1026322 h 1253058"/>
              <a:gd name="connsiteX41" fmla="*/ 1015429 w 1289296"/>
              <a:gd name="connsiteY41" fmla="*/ 1045727 h 1253058"/>
              <a:gd name="connsiteX42" fmla="*/ 1015429 w 1289296"/>
              <a:gd name="connsiteY42" fmla="*/ 1029386 h 1253058"/>
              <a:gd name="connsiteX43" fmla="*/ 1070553 w 1289296"/>
              <a:gd name="connsiteY43" fmla="*/ 1029386 h 1253058"/>
              <a:gd name="connsiteX44" fmla="*/ 1070553 w 1289296"/>
              <a:gd name="connsiteY44" fmla="*/ 1247951 h 1253058"/>
              <a:gd name="connsiteX45" fmla="*/ 1015429 w 1289296"/>
              <a:gd name="connsiteY45" fmla="*/ 1247951 h 1253058"/>
              <a:gd name="connsiteX46" fmla="*/ 1015429 w 1289296"/>
              <a:gd name="connsiteY46" fmla="*/ 1233653 h 1253058"/>
              <a:gd name="connsiteX47" fmla="*/ 952138 w 1289296"/>
              <a:gd name="connsiteY47" fmla="*/ 1253058 h 1253058"/>
              <a:gd name="connsiteX48" fmla="*/ 837805 w 1289296"/>
              <a:gd name="connsiteY48" fmla="*/ 1139690 h 1253058"/>
              <a:gd name="connsiteX49" fmla="*/ 952138 w 1289296"/>
              <a:gd name="connsiteY49" fmla="*/ 1026322 h 1253058"/>
              <a:gd name="connsiteX50" fmla="*/ 113441 w 1289296"/>
              <a:gd name="connsiteY50" fmla="*/ 1026322 h 1253058"/>
              <a:gd name="connsiteX51" fmla="*/ 179871 w 1289296"/>
              <a:gd name="connsiteY51" fmla="*/ 1045727 h 1253058"/>
              <a:gd name="connsiteX52" fmla="*/ 179871 w 1289296"/>
              <a:gd name="connsiteY52" fmla="*/ 1029386 h 1253058"/>
              <a:gd name="connsiteX53" fmla="*/ 234036 w 1289296"/>
              <a:gd name="connsiteY53" fmla="*/ 1029386 h 1253058"/>
              <a:gd name="connsiteX54" fmla="*/ 234036 w 1289296"/>
              <a:gd name="connsiteY54" fmla="*/ 1247951 h 1253058"/>
              <a:gd name="connsiteX55" fmla="*/ 179871 w 1289296"/>
              <a:gd name="connsiteY55" fmla="*/ 1247951 h 1253058"/>
              <a:gd name="connsiteX56" fmla="*/ 179871 w 1289296"/>
              <a:gd name="connsiteY56" fmla="*/ 1233653 h 1253058"/>
              <a:gd name="connsiteX57" fmla="*/ 113441 w 1289296"/>
              <a:gd name="connsiteY57" fmla="*/ 1253058 h 1253058"/>
              <a:gd name="connsiteX58" fmla="*/ 0 w 1289296"/>
              <a:gd name="connsiteY58" fmla="*/ 1139690 h 1253058"/>
              <a:gd name="connsiteX59" fmla="*/ 113441 w 1289296"/>
              <a:gd name="connsiteY59" fmla="*/ 1026322 h 1253058"/>
              <a:gd name="connsiteX60" fmla="*/ 766282 w 1289296"/>
              <a:gd name="connsiteY60" fmla="*/ 954179 h 1253058"/>
              <a:gd name="connsiteX61" fmla="*/ 819340 w 1289296"/>
              <a:gd name="connsiteY61" fmla="*/ 954179 h 1253058"/>
              <a:gd name="connsiteX62" fmla="*/ 819340 w 1289296"/>
              <a:gd name="connsiteY62" fmla="*/ 1247958 h 1253058"/>
              <a:gd name="connsiteX63" fmla="*/ 766282 w 1289296"/>
              <a:gd name="connsiteY63" fmla="*/ 1247958 h 1253058"/>
              <a:gd name="connsiteX64" fmla="*/ 766282 w 1289296"/>
              <a:gd name="connsiteY64" fmla="*/ 1233677 h 1253058"/>
              <a:gd name="connsiteX65" fmla="*/ 702000 w 1289296"/>
              <a:gd name="connsiteY65" fmla="*/ 1253058 h 1253058"/>
              <a:gd name="connsiteX66" fmla="*/ 588740 w 1289296"/>
              <a:gd name="connsiteY66" fmla="*/ 1139831 h 1253058"/>
              <a:gd name="connsiteX67" fmla="*/ 702000 w 1289296"/>
              <a:gd name="connsiteY67" fmla="*/ 1026604 h 1253058"/>
              <a:gd name="connsiteX68" fmla="*/ 766282 w 1289296"/>
              <a:gd name="connsiteY68" fmla="*/ 1045985 h 1253058"/>
              <a:gd name="connsiteX69" fmla="*/ 766282 w 1289296"/>
              <a:gd name="connsiteY69" fmla="*/ 954179 h 1253058"/>
              <a:gd name="connsiteX70" fmla="*/ 512302 w 1289296"/>
              <a:gd name="connsiteY70" fmla="*/ 954179 h 1253058"/>
              <a:gd name="connsiteX71" fmla="*/ 565551 w 1289296"/>
              <a:gd name="connsiteY71" fmla="*/ 954179 h 1253058"/>
              <a:gd name="connsiteX72" fmla="*/ 565551 w 1289296"/>
              <a:gd name="connsiteY72" fmla="*/ 1009145 h 1253058"/>
              <a:gd name="connsiteX73" fmla="*/ 512302 w 1289296"/>
              <a:gd name="connsiteY73" fmla="*/ 1009145 h 1253058"/>
              <a:gd name="connsiteX74" fmla="*/ 430753 w 1289296"/>
              <a:gd name="connsiteY74" fmla="*/ 954179 h 1253058"/>
              <a:gd name="connsiteX75" fmla="*/ 484819 w 1289296"/>
              <a:gd name="connsiteY75" fmla="*/ 954179 h 1253058"/>
              <a:gd name="connsiteX76" fmla="*/ 484819 w 1289296"/>
              <a:gd name="connsiteY76" fmla="*/ 1247958 h 1253058"/>
              <a:gd name="connsiteX77" fmla="*/ 430753 w 1289296"/>
              <a:gd name="connsiteY77" fmla="*/ 1247958 h 1253058"/>
              <a:gd name="connsiteX78" fmla="*/ 430753 w 1289296"/>
              <a:gd name="connsiteY78" fmla="*/ 1233677 h 1253058"/>
              <a:gd name="connsiteX79" fmla="*/ 365466 w 1289296"/>
              <a:gd name="connsiteY79" fmla="*/ 1253058 h 1253058"/>
              <a:gd name="connsiteX80" fmla="*/ 251213 w 1289296"/>
              <a:gd name="connsiteY80" fmla="*/ 1139831 h 1253058"/>
              <a:gd name="connsiteX81" fmla="*/ 365466 w 1289296"/>
              <a:gd name="connsiteY81" fmla="*/ 1026604 h 1253058"/>
              <a:gd name="connsiteX82" fmla="*/ 430753 w 1289296"/>
              <a:gd name="connsiteY82" fmla="*/ 1045985 h 1253058"/>
              <a:gd name="connsiteX83" fmla="*/ 430753 w 1289296"/>
              <a:gd name="connsiteY83" fmla="*/ 954179 h 1253058"/>
              <a:gd name="connsiteX84" fmla="*/ 743767 w 1289296"/>
              <a:gd name="connsiteY84" fmla="*/ 779403 h 1253058"/>
              <a:gd name="connsiteX85" fmla="*/ 1000985 w 1289296"/>
              <a:gd name="connsiteY85" fmla="*/ 779403 h 1253058"/>
              <a:gd name="connsiteX86" fmla="*/ 735601 w 1289296"/>
              <a:gd name="connsiteY86" fmla="*/ 886759 h 1253058"/>
              <a:gd name="connsiteX87" fmla="*/ 743767 w 1289296"/>
              <a:gd name="connsiteY87" fmla="*/ 779403 h 1253058"/>
              <a:gd name="connsiteX88" fmla="*/ 566409 w 1289296"/>
              <a:gd name="connsiteY88" fmla="*/ 779403 h 1253058"/>
              <a:gd name="connsiteX89" fmla="*/ 728731 w 1289296"/>
              <a:gd name="connsiteY89" fmla="*/ 779403 h 1253058"/>
              <a:gd name="connsiteX90" fmla="*/ 648081 w 1289296"/>
              <a:gd name="connsiteY90" fmla="*/ 893630 h 1253058"/>
              <a:gd name="connsiteX91" fmla="*/ 566409 w 1289296"/>
              <a:gd name="connsiteY91" fmla="*/ 779403 h 1253058"/>
              <a:gd name="connsiteX92" fmla="*/ 294154 w 1289296"/>
              <a:gd name="connsiteY92" fmla="*/ 779403 h 1253058"/>
              <a:gd name="connsiteX93" fmla="*/ 554013 w 1289296"/>
              <a:gd name="connsiteY93" fmla="*/ 779403 h 1253058"/>
              <a:gd name="connsiteX94" fmla="*/ 558089 w 1289296"/>
              <a:gd name="connsiteY94" fmla="*/ 886759 h 1253058"/>
              <a:gd name="connsiteX95" fmla="*/ 294154 w 1289296"/>
              <a:gd name="connsiteY95" fmla="*/ 779403 h 1253058"/>
              <a:gd name="connsiteX96" fmla="*/ 178639 w 1289296"/>
              <a:gd name="connsiteY96" fmla="*/ 685788 h 1253058"/>
              <a:gd name="connsiteX97" fmla="*/ 1116500 w 1289296"/>
              <a:gd name="connsiteY97" fmla="*/ 685788 h 1253058"/>
              <a:gd name="connsiteX98" fmla="*/ 1064454 w 1289296"/>
              <a:gd name="connsiteY98" fmla="*/ 731736 h 1253058"/>
              <a:gd name="connsiteX99" fmla="*/ 226603 w 1289296"/>
              <a:gd name="connsiteY99" fmla="*/ 731736 h 1253058"/>
              <a:gd name="connsiteX100" fmla="*/ 178639 w 1289296"/>
              <a:gd name="connsiteY100" fmla="*/ 685788 h 1253058"/>
              <a:gd name="connsiteX101" fmla="*/ 103061 w 1289296"/>
              <a:gd name="connsiteY101" fmla="*/ 583586 h 1253058"/>
              <a:gd name="connsiteX102" fmla="*/ 1192938 w 1289296"/>
              <a:gd name="connsiteY102" fmla="*/ 583586 h 1253058"/>
              <a:gd name="connsiteX103" fmla="*/ 1158242 w 1289296"/>
              <a:gd name="connsiteY103" fmla="*/ 633829 h 1253058"/>
              <a:gd name="connsiteX104" fmla="*/ 136737 w 1289296"/>
              <a:gd name="connsiteY104" fmla="*/ 633829 h 1253058"/>
              <a:gd name="connsiteX105" fmla="*/ 103061 w 1289296"/>
              <a:gd name="connsiteY105" fmla="*/ 583586 h 1253058"/>
              <a:gd name="connsiteX106" fmla="*/ 1287839 w 1289296"/>
              <a:gd name="connsiteY106" fmla="*/ 249924 h 1253058"/>
              <a:gd name="connsiteX107" fmla="*/ 1218479 w 1289296"/>
              <a:gd name="connsiteY107" fmla="*/ 535920 h 1253058"/>
              <a:gd name="connsiteX108" fmla="*/ 842098 w 1289296"/>
              <a:gd name="connsiteY108" fmla="*/ 535920 h 1253058"/>
              <a:gd name="connsiteX109" fmla="*/ 894118 w 1289296"/>
              <a:gd name="connsiteY109" fmla="*/ 465443 h 1253058"/>
              <a:gd name="connsiteX110" fmla="*/ 1287839 w 1289296"/>
              <a:gd name="connsiteY110" fmla="*/ 249924 h 1253058"/>
              <a:gd name="connsiteX111" fmla="*/ 9286 w 1289296"/>
              <a:gd name="connsiteY111" fmla="*/ 249924 h 1253058"/>
              <a:gd name="connsiteX112" fmla="*/ 404027 w 1289296"/>
              <a:gd name="connsiteY112" fmla="*/ 465443 h 1253058"/>
              <a:gd name="connsiteX113" fmla="*/ 456047 w 1289296"/>
              <a:gd name="connsiteY113" fmla="*/ 535920 h 1253058"/>
              <a:gd name="connsiteX114" fmla="*/ 77626 w 1289296"/>
              <a:gd name="connsiteY114" fmla="*/ 535920 h 1253058"/>
              <a:gd name="connsiteX115" fmla="*/ 9286 w 1289296"/>
              <a:gd name="connsiteY115" fmla="*/ 249924 h 1253058"/>
              <a:gd name="connsiteX116" fmla="*/ 647919 w 1289296"/>
              <a:gd name="connsiteY116" fmla="*/ 0 h 1253058"/>
              <a:gd name="connsiteX117" fmla="*/ 816334 w 1289296"/>
              <a:gd name="connsiteY117" fmla="*/ 445070 h 1253058"/>
              <a:gd name="connsiteX118" fmla="*/ 811231 w 1289296"/>
              <a:gd name="connsiteY118" fmla="*/ 535921 h 1253058"/>
              <a:gd name="connsiteX119" fmla="*/ 484608 w 1289296"/>
              <a:gd name="connsiteY119" fmla="*/ 535921 h 1253058"/>
              <a:gd name="connsiteX120" fmla="*/ 480525 w 1289296"/>
              <a:gd name="connsiteY120" fmla="*/ 445070 h 1253058"/>
              <a:gd name="connsiteX121" fmla="*/ 647919 w 1289296"/>
              <a:gd name="connsiteY121" fmla="*/ 0 h 125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89296" h="1253058">
                <a:moveTo>
                  <a:pt x="955140" y="1076565"/>
                </a:moveTo>
                <a:cubicBezTo>
                  <a:pt x="920554" y="1076565"/>
                  <a:pt x="891054" y="1105110"/>
                  <a:pt x="891054" y="1139771"/>
                </a:cubicBezTo>
                <a:cubicBezTo>
                  <a:pt x="891054" y="1173413"/>
                  <a:pt x="920554" y="1201957"/>
                  <a:pt x="955140" y="1201957"/>
                </a:cubicBezTo>
                <a:cubicBezTo>
                  <a:pt x="987692" y="1201957"/>
                  <a:pt x="1015157" y="1173413"/>
                  <a:pt x="1015157" y="1139771"/>
                </a:cubicBezTo>
                <a:cubicBezTo>
                  <a:pt x="1015157" y="1105110"/>
                  <a:pt x="987692" y="1076565"/>
                  <a:pt x="955140" y="1076565"/>
                </a:cubicBezTo>
                <a:close/>
                <a:moveTo>
                  <a:pt x="703316" y="1076565"/>
                </a:moveTo>
                <a:cubicBezTo>
                  <a:pt x="669674" y="1076565"/>
                  <a:pt x="641129" y="1105110"/>
                  <a:pt x="641129" y="1139771"/>
                </a:cubicBezTo>
                <a:cubicBezTo>
                  <a:pt x="641129" y="1173413"/>
                  <a:pt x="669674" y="1201957"/>
                  <a:pt x="703316" y="1201957"/>
                </a:cubicBezTo>
                <a:cubicBezTo>
                  <a:pt x="736957" y="1201957"/>
                  <a:pt x="766521" y="1173413"/>
                  <a:pt x="766521" y="1139771"/>
                </a:cubicBezTo>
                <a:cubicBezTo>
                  <a:pt x="766521" y="1105110"/>
                  <a:pt x="736957" y="1076565"/>
                  <a:pt x="703316" y="1076565"/>
                </a:cubicBezTo>
                <a:close/>
                <a:moveTo>
                  <a:pt x="368473" y="1076565"/>
                </a:moveTo>
                <a:cubicBezTo>
                  <a:pt x="332762" y="1076565"/>
                  <a:pt x="303173" y="1105110"/>
                  <a:pt x="303173" y="1139771"/>
                </a:cubicBezTo>
                <a:cubicBezTo>
                  <a:pt x="303173" y="1173413"/>
                  <a:pt x="332762" y="1201957"/>
                  <a:pt x="368473" y="1201957"/>
                </a:cubicBezTo>
                <a:cubicBezTo>
                  <a:pt x="401123" y="1201957"/>
                  <a:pt x="430712" y="1173413"/>
                  <a:pt x="430712" y="1139771"/>
                </a:cubicBezTo>
                <a:cubicBezTo>
                  <a:pt x="430712" y="1105110"/>
                  <a:pt x="401123" y="1076565"/>
                  <a:pt x="368473" y="1076565"/>
                </a:cubicBezTo>
                <a:close/>
                <a:moveTo>
                  <a:pt x="115568" y="1076565"/>
                </a:moveTo>
                <a:cubicBezTo>
                  <a:pt x="81854" y="1076565"/>
                  <a:pt x="53249" y="1105110"/>
                  <a:pt x="53249" y="1139771"/>
                </a:cubicBezTo>
                <a:cubicBezTo>
                  <a:pt x="53249" y="1173413"/>
                  <a:pt x="81854" y="1201957"/>
                  <a:pt x="115568" y="1201957"/>
                </a:cubicBezTo>
                <a:cubicBezTo>
                  <a:pt x="151324" y="1201957"/>
                  <a:pt x="179929" y="1173413"/>
                  <a:pt x="179929" y="1139771"/>
                </a:cubicBezTo>
                <a:cubicBezTo>
                  <a:pt x="179929" y="1105110"/>
                  <a:pt x="151324" y="1076565"/>
                  <a:pt x="115568" y="1076565"/>
                </a:cubicBezTo>
                <a:close/>
                <a:moveTo>
                  <a:pt x="512302" y="1029328"/>
                </a:moveTo>
                <a:lnTo>
                  <a:pt x="565551" y="1029328"/>
                </a:lnTo>
                <a:lnTo>
                  <a:pt x="565551" y="1247905"/>
                </a:lnTo>
                <a:lnTo>
                  <a:pt x="512302" y="1247905"/>
                </a:lnTo>
                <a:close/>
                <a:moveTo>
                  <a:pt x="1186657" y="1026322"/>
                </a:moveTo>
                <a:cubicBezTo>
                  <a:pt x="1240740" y="1026322"/>
                  <a:pt x="1275435" y="1055941"/>
                  <a:pt x="1279516" y="1097815"/>
                </a:cubicBezTo>
                <a:cubicBezTo>
                  <a:pt x="1279516" y="1097815"/>
                  <a:pt x="1279516" y="1097815"/>
                  <a:pt x="1224413" y="1097815"/>
                </a:cubicBezTo>
                <a:cubicBezTo>
                  <a:pt x="1223393" y="1086581"/>
                  <a:pt x="1222372" y="1068197"/>
                  <a:pt x="1188698" y="1068197"/>
                </a:cubicBezTo>
                <a:cubicBezTo>
                  <a:pt x="1167269" y="1068197"/>
                  <a:pt x="1152983" y="1072282"/>
                  <a:pt x="1150942" y="1087602"/>
                </a:cubicBezTo>
                <a:cubicBezTo>
                  <a:pt x="1150942" y="1110071"/>
                  <a:pt x="1196861" y="1109050"/>
                  <a:pt x="1232576" y="1118242"/>
                </a:cubicBezTo>
                <a:cubicBezTo>
                  <a:pt x="1266251" y="1127434"/>
                  <a:pt x="1288700" y="1147861"/>
                  <a:pt x="1288700" y="1177479"/>
                </a:cubicBezTo>
                <a:cubicBezTo>
                  <a:pt x="1288700" y="1231610"/>
                  <a:pt x="1243801" y="1253058"/>
                  <a:pt x="1189718" y="1253058"/>
                </a:cubicBezTo>
                <a:cubicBezTo>
                  <a:pt x="1129513" y="1253058"/>
                  <a:pt x="1091757" y="1222418"/>
                  <a:pt x="1090736" y="1177479"/>
                </a:cubicBezTo>
                <a:cubicBezTo>
                  <a:pt x="1090736" y="1177479"/>
                  <a:pt x="1090736" y="1177479"/>
                  <a:pt x="1147880" y="1177479"/>
                </a:cubicBezTo>
                <a:cubicBezTo>
                  <a:pt x="1147880" y="1191778"/>
                  <a:pt x="1156044" y="1212205"/>
                  <a:pt x="1192780" y="1212205"/>
                </a:cubicBezTo>
                <a:cubicBezTo>
                  <a:pt x="1218290" y="1212205"/>
                  <a:pt x="1229515" y="1197906"/>
                  <a:pt x="1229515" y="1186671"/>
                </a:cubicBezTo>
                <a:cubicBezTo>
                  <a:pt x="1228495" y="1170330"/>
                  <a:pt x="1207066" y="1167266"/>
                  <a:pt x="1182575" y="1165223"/>
                </a:cubicBezTo>
                <a:cubicBezTo>
                  <a:pt x="1160126" y="1161138"/>
                  <a:pt x="1140737" y="1156031"/>
                  <a:pt x="1126451" y="1149903"/>
                </a:cubicBezTo>
                <a:cubicBezTo>
                  <a:pt x="1107063" y="1139690"/>
                  <a:pt x="1095838" y="1119263"/>
                  <a:pt x="1095838" y="1096794"/>
                </a:cubicBezTo>
                <a:cubicBezTo>
                  <a:pt x="1095838" y="1056962"/>
                  <a:pt x="1129513" y="1026322"/>
                  <a:pt x="1186657" y="1026322"/>
                </a:cubicBezTo>
                <a:close/>
                <a:moveTo>
                  <a:pt x="952138" y="1026322"/>
                </a:moveTo>
                <a:cubicBezTo>
                  <a:pt x="976637" y="1026322"/>
                  <a:pt x="998075" y="1032450"/>
                  <a:pt x="1015429" y="1045727"/>
                </a:cubicBezTo>
                <a:cubicBezTo>
                  <a:pt x="1015429" y="1029386"/>
                  <a:pt x="1015429" y="1029386"/>
                  <a:pt x="1015429" y="1029386"/>
                </a:cubicBezTo>
                <a:cubicBezTo>
                  <a:pt x="1070553" y="1029386"/>
                  <a:pt x="1070553" y="1029386"/>
                  <a:pt x="1070553" y="1029386"/>
                </a:cubicBezTo>
                <a:cubicBezTo>
                  <a:pt x="1070553" y="1247951"/>
                  <a:pt x="1070553" y="1247951"/>
                  <a:pt x="1070553" y="1247951"/>
                </a:cubicBezTo>
                <a:cubicBezTo>
                  <a:pt x="1015429" y="1247951"/>
                  <a:pt x="1015429" y="1247951"/>
                  <a:pt x="1015429" y="1247951"/>
                </a:cubicBezTo>
                <a:cubicBezTo>
                  <a:pt x="1015429" y="1233653"/>
                  <a:pt x="1015429" y="1233653"/>
                  <a:pt x="1015429" y="1233653"/>
                </a:cubicBezTo>
                <a:cubicBezTo>
                  <a:pt x="998075" y="1245909"/>
                  <a:pt x="976637" y="1253058"/>
                  <a:pt x="952138" y="1253058"/>
                </a:cubicBezTo>
                <a:cubicBezTo>
                  <a:pt x="889867" y="1253058"/>
                  <a:pt x="837805" y="1201991"/>
                  <a:pt x="837805" y="1139690"/>
                </a:cubicBezTo>
                <a:cubicBezTo>
                  <a:pt x="837805" y="1076367"/>
                  <a:pt x="889867" y="1026322"/>
                  <a:pt x="952138" y="1026322"/>
                </a:cubicBezTo>
                <a:close/>
                <a:moveTo>
                  <a:pt x="113441" y="1026322"/>
                </a:moveTo>
                <a:cubicBezTo>
                  <a:pt x="137969" y="1026322"/>
                  <a:pt x="161475" y="1032450"/>
                  <a:pt x="179871" y="1045727"/>
                </a:cubicBezTo>
                <a:cubicBezTo>
                  <a:pt x="179871" y="1029386"/>
                  <a:pt x="179871" y="1029386"/>
                  <a:pt x="179871" y="1029386"/>
                </a:cubicBezTo>
                <a:cubicBezTo>
                  <a:pt x="234036" y="1029386"/>
                  <a:pt x="234036" y="1029386"/>
                  <a:pt x="234036" y="1029386"/>
                </a:cubicBezTo>
                <a:cubicBezTo>
                  <a:pt x="234036" y="1247951"/>
                  <a:pt x="234036" y="1247951"/>
                  <a:pt x="234036" y="1247951"/>
                </a:cubicBezTo>
                <a:cubicBezTo>
                  <a:pt x="179871" y="1247951"/>
                  <a:pt x="179871" y="1247951"/>
                  <a:pt x="179871" y="1247951"/>
                </a:cubicBezTo>
                <a:cubicBezTo>
                  <a:pt x="179871" y="1233653"/>
                  <a:pt x="179871" y="1233653"/>
                  <a:pt x="179871" y="1233653"/>
                </a:cubicBezTo>
                <a:cubicBezTo>
                  <a:pt x="161475" y="1245909"/>
                  <a:pt x="138991" y="1253058"/>
                  <a:pt x="113441" y="1253058"/>
                </a:cubicBezTo>
                <a:cubicBezTo>
                  <a:pt x="51100" y="1253058"/>
                  <a:pt x="0" y="1201991"/>
                  <a:pt x="0" y="1139690"/>
                </a:cubicBezTo>
                <a:cubicBezTo>
                  <a:pt x="0" y="1076367"/>
                  <a:pt x="51100" y="1026322"/>
                  <a:pt x="113441" y="1026322"/>
                </a:cubicBezTo>
                <a:close/>
                <a:moveTo>
                  <a:pt x="766282" y="954179"/>
                </a:moveTo>
                <a:cubicBezTo>
                  <a:pt x="819340" y="954179"/>
                  <a:pt x="819340" y="954179"/>
                  <a:pt x="819340" y="954179"/>
                </a:cubicBezTo>
                <a:cubicBezTo>
                  <a:pt x="819340" y="1247958"/>
                  <a:pt x="819340" y="1247958"/>
                  <a:pt x="819340" y="1247958"/>
                </a:cubicBezTo>
                <a:cubicBezTo>
                  <a:pt x="766282" y="1247958"/>
                  <a:pt x="766282" y="1247958"/>
                  <a:pt x="766282" y="1247958"/>
                </a:cubicBezTo>
                <a:cubicBezTo>
                  <a:pt x="766282" y="1233677"/>
                  <a:pt x="766282" y="1233677"/>
                  <a:pt x="766282" y="1233677"/>
                </a:cubicBezTo>
                <a:cubicBezTo>
                  <a:pt x="748936" y="1245918"/>
                  <a:pt x="725468" y="1253058"/>
                  <a:pt x="702000" y="1253058"/>
                </a:cubicBezTo>
                <a:cubicBezTo>
                  <a:pt x="638738" y="1253058"/>
                  <a:pt x="588740" y="1202055"/>
                  <a:pt x="588740" y="1139831"/>
                </a:cubicBezTo>
                <a:cubicBezTo>
                  <a:pt x="588740" y="1076587"/>
                  <a:pt x="638738" y="1026604"/>
                  <a:pt x="702000" y="1026604"/>
                </a:cubicBezTo>
                <a:cubicBezTo>
                  <a:pt x="725468" y="1026604"/>
                  <a:pt x="746895" y="1032724"/>
                  <a:pt x="766282" y="1045985"/>
                </a:cubicBezTo>
                <a:cubicBezTo>
                  <a:pt x="766282" y="954179"/>
                  <a:pt x="766282" y="954179"/>
                  <a:pt x="766282" y="954179"/>
                </a:cubicBezTo>
                <a:close/>
                <a:moveTo>
                  <a:pt x="512302" y="954179"/>
                </a:moveTo>
                <a:lnTo>
                  <a:pt x="565551" y="954179"/>
                </a:lnTo>
                <a:lnTo>
                  <a:pt x="565551" y="1009145"/>
                </a:lnTo>
                <a:lnTo>
                  <a:pt x="512302" y="1009145"/>
                </a:lnTo>
                <a:close/>
                <a:moveTo>
                  <a:pt x="430753" y="954179"/>
                </a:moveTo>
                <a:cubicBezTo>
                  <a:pt x="484819" y="954179"/>
                  <a:pt x="484819" y="954179"/>
                  <a:pt x="484819" y="954179"/>
                </a:cubicBezTo>
                <a:cubicBezTo>
                  <a:pt x="484819" y="1247958"/>
                  <a:pt x="484819" y="1247958"/>
                  <a:pt x="484819" y="1247958"/>
                </a:cubicBezTo>
                <a:cubicBezTo>
                  <a:pt x="430753" y="1247958"/>
                  <a:pt x="430753" y="1247958"/>
                  <a:pt x="430753" y="1247958"/>
                </a:cubicBezTo>
                <a:cubicBezTo>
                  <a:pt x="430753" y="1233677"/>
                  <a:pt x="430753" y="1233677"/>
                  <a:pt x="430753" y="1233677"/>
                </a:cubicBezTo>
                <a:cubicBezTo>
                  <a:pt x="411371" y="1245918"/>
                  <a:pt x="389949" y="1253058"/>
                  <a:pt x="365466" y="1253058"/>
                </a:cubicBezTo>
                <a:cubicBezTo>
                  <a:pt x="303239" y="1253058"/>
                  <a:pt x="251213" y="1202055"/>
                  <a:pt x="251213" y="1139831"/>
                </a:cubicBezTo>
                <a:cubicBezTo>
                  <a:pt x="251213" y="1076587"/>
                  <a:pt x="303239" y="1026604"/>
                  <a:pt x="365466" y="1026604"/>
                </a:cubicBezTo>
                <a:cubicBezTo>
                  <a:pt x="389949" y="1026604"/>
                  <a:pt x="411371" y="1032724"/>
                  <a:pt x="430753" y="1045985"/>
                </a:cubicBezTo>
                <a:cubicBezTo>
                  <a:pt x="430753" y="954179"/>
                  <a:pt x="430753" y="954179"/>
                  <a:pt x="430753" y="954179"/>
                </a:cubicBezTo>
                <a:close/>
                <a:moveTo>
                  <a:pt x="743767" y="779403"/>
                </a:moveTo>
                <a:cubicBezTo>
                  <a:pt x="743767" y="779403"/>
                  <a:pt x="743767" y="779403"/>
                  <a:pt x="1000985" y="779403"/>
                </a:cubicBezTo>
                <a:cubicBezTo>
                  <a:pt x="910142" y="846884"/>
                  <a:pt x="811134" y="881647"/>
                  <a:pt x="735601" y="886759"/>
                </a:cubicBezTo>
                <a:cubicBezTo>
                  <a:pt x="735601" y="859153"/>
                  <a:pt x="735601" y="820301"/>
                  <a:pt x="743767" y="779403"/>
                </a:cubicBezTo>
                <a:close/>
                <a:moveTo>
                  <a:pt x="566409" y="779403"/>
                </a:moveTo>
                <a:cubicBezTo>
                  <a:pt x="566409" y="779403"/>
                  <a:pt x="566409" y="779403"/>
                  <a:pt x="728731" y="779403"/>
                </a:cubicBezTo>
                <a:cubicBezTo>
                  <a:pt x="703209" y="828358"/>
                  <a:pt x="674624" y="866093"/>
                  <a:pt x="648081" y="893630"/>
                </a:cubicBezTo>
                <a:cubicBezTo>
                  <a:pt x="618475" y="866093"/>
                  <a:pt x="593973" y="828358"/>
                  <a:pt x="566409" y="779403"/>
                </a:cubicBezTo>
                <a:close/>
                <a:moveTo>
                  <a:pt x="294154" y="779403"/>
                </a:moveTo>
                <a:cubicBezTo>
                  <a:pt x="294154" y="779403"/>
                  <a:pt x="294154" y="779403"/>
                  <a:pt x="554013" y="779403"/>
                </a:cubicBezTo>
                <a:cubicBezTo>
                  <a:pt x="559108" y="820301"/>
                  <a:pt x="559108" y="859153"/>
                  <a:pt x="558089" y="886759"/>
                </a:cubicBezTo>
                <a:cubicBezTo>
                  <a:pt x="484717" y="881647"/>
                  <a:pt x="385869" y="846884"/>
                  <a:pt x="294154" y="779403"/>
                </a:cubicBezTo>
                <a:close/>
                <a:moveTo>
                  <a:pt x="178639" y="685788"/>
                </a:moveTo>
                <a:cubicBezTo>
                  <a:pt x="178639" y="685788"/>
                  <a:pt x="178639" y="685788"/>
                  <a:pt x="1116500" y="685788"/>
                </a:cubicBezTo>
                <a:cubicBezTo>
                  <a:pt x="1104254" y="703146"/>
                  <a:pt x="1084864" y="720504"/>
                  <a:pt x="1064454" y="731736"/>
                </a:cubicBezTo>
                <a:cubicBezTo>
                  <a:pt x="1064454" y="731736"/>
                  <a:pt x="1064454" y="731736"/>
                  <a:pt x="226603" y="731736"/>
                </a:cubicBezTo>
                <a:cubicBezTo>
                  <a:pt x="210275" y="720504"/>
                  <a:pt x="193947" y="703146"/>
                  <a:pt x="178639" y="685788"/>
                </a:cubicBezTo>
                <a:close/>
                <a:moveTo>
                  <a:pt x="103061" y="583586"/>
                </a:moveTo>
                <a:cubicBezTo>
                  <a:pt x="1192938" y="583586"/>
                  <a:pt x="1192938" y="583586"/>
                  <a:pt x="1192938" y="583586"/>
                </a:cubicBezTo>
                <a:cubicBezTo>
                  <a:pt x="1184774" y="598967"/>
                  <a:pt x="1171508" y="620499"/>
                  <a:pt x="1158242" y="633829"/>
                </a:cubicBezTo>
                <a:cubicBezTo>
                  <a:pt x="136737" y="633829"/>
                  <a:pt x="136737" y="633829"/>
                  <a:pt x="136737" y="633829"/>
                </a:cubicBezTo>
                <a:cubicBezTo>
                  <a:pt x="128573" y="623575"/>
                  <a:pt x="111225" y="599992"/>
                  <a:pt x="103061" y="583586"/>
                </a:cubicBezTo>
                <a:close/>
                <a:moveTo>
                  <a:pt x="1287839" y="249924"/>
                </a:moveTo>
                <a:cubicBezTo>
                  <a:pt x="1295999" y="333680"/>
                  <a:pt x="1269479" y="433779"/>
                  <a:pt x="1218479" y="535920"/>
                </a:cubicBezTo>
                <a:cubicBezTo>
                  <a:pt x="1218479" y="535920"/>
                  <a:pt x="1218479" y="535920"/>
                  <a:pt x="842098" y="535920"/>
                </a:cubicBezTo>
                <a:cubicBezTo>
                  <a:pt x="855358" y="511406"/>
                  <a:pt x="873718" y="488935"/>
                  <a:pt x="894118" y="465443"/>
                </a:cubicBezTo>
                <a:cubicBezTo>
                  <a:pt x="1003259" y="336744"/>
                  <a:pt x="1171559" y="258095"/>
                  <a:pt x="1287839" y="249924"/>
                </a:cubicBezTo>
                <a:close/>
                <a:moveTo>
                  <a:pt x="9286" y="249924"/>
                </a:moveTo>
                <a:cubicBezTo>
                  <a:pt x="125566" y="258095"/>
                  <a:pt x="293866" y="336744"/>
                  <a:pt x="404027" y="465443"/>
                </a:cubicBezTo>
                <a:cubicBezTo>
                  <a:pt x="422387" y="488935"/>
                  <a:pt x="441767" y="511406"/>
                  <a:pt x="456047" y="535920"/>
                </a:cubicBezTo>
                <a:cubicBezTo>
                  <a:pt x="456047" y="535920"/>
                  <a:pt x="456047" y="535920"/>
                  <a:pt x="77626" y="535920"/>
                </a:cubicBezTo>
                <a:cubicBezTo>
                  <a:pt x="27646" y="433779"/>
                  <a:pt x="2146" y="333680"/>
                  <a:pt x="9286" y="249924"/>
                </a:cubicBezTo>
                <a:close/>
                <a:moveTo>
                  <a:pt x="647919" y="0"/>
                </a:moveTo>
                <a:cubicBezTo>
                  <a:pt x="735699" y="82685"/>
                  <a:pt x="816334" y="267450"/>
                  <a:pt x="816334" y="445070"/>
                </a:cubicBezTo>
                <a:cubicBezTo>
                  <a:pt x="816334" y="478756"/>
                  <a:pt x="813272" y="506318"/>
                  <a:pt x="811231" y="535921"/>
                </a:cubicBezTo>
                <a:cubicBezTo>
                  <a:pt x="811231" y="535921"/>
                  <a:pt x="811231" y="535921"/>
                  <a:pt x="484608" y="535921"/>
                </a:cubicBezTo>
                <a:cubicBezTo>
                  <a:pt x="480525" y="506318"/>
                  <a:pt x="480525" y="478756"/>
                  <a:pt x="480525" y="445070"/>
                </a:cubicBezTo>
                <a:cubicBezTo>
                  <a:pt x="480525" y="267450"/>
                  <a:pt x="559119" y="82685"/>
                  <a:pt x="64791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 baseline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142542" y="1143087"/>
            <a:ext cx="6477197" cy="2666509"/>
          </a:xfrm>
        </p:spPr>
        <p:txBody>
          <a:bodyPr tIns="0" bIns="190483" anchor="b"/>
          <a:lstStyle>
            <a:lvl1pPr>
              <a:lnSpc>
                <a:spcPct val="75000"/>
              </a:lnSpc>
              <a:defRPr sz="6300" b="1" i="0" spc="26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8pPr>
            <a:lvl9pPr algn="l"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Title of your presentation</a:t>
            </a:r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2542" y="3809596"/>
            <a:ext cx="4191412" cy="762233"/>
          </a:xfrm>
        </p:spPr>
        <p:txBody>
          <a:bodyPr tIns="0" anchor="t" anchorCtr="0"/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i="0" cap="all" spc="26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dihausDIN" pitchFamily="34" charset="0"/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1900" b="0" cap="all" spc="26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9"/>
          </p:nvPr>
        </p:nvSpPr>
        <p:spPr bwMode="gray">
          <a:xfrm>
            <a:off x="10667212" y="6953115"/>
            <a:ext cx="763799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E2F4D754-A9F1-41F2-9E4E-A0334A4EAF66}" type="datetime5">
              <a:rPr lang="zh-CN" alt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2023/10/19</a:t>
            </a:fld>
            <a:endParaRPr>
              <a:solidFill>
                <a:prstClr val="black">
                  <a:alpha val="0"/>
                </a:prstClr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20"/>
          </p:nvPr>
        </p:nvSpPr>
        <p:spPr bwMode="gray">
          <a:xfrm>
            <a:off x="1142717" y="6953115"/>
            <a:ext cx="3048187" cy="95306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>
                    <a:alpha val="0"/>
                  </a:prstClr>
                </a:solidFill>
              </a:rPr>
              <a:t>2021 ADIDAS AG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1"/>
          </p:nvPr>
        </p:nvSpPr>
        <p:spPr bwMode="gray">
          <a:xfrm>
            <a:off x="11429607" y="6952918"/>
            <a:ext cx="381742" cy="95574"/>
          </a:xfr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>
                    <a:alpha val="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alpha val="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192014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1142699" y="1143341"/>
            <a:ext cx="1524114" cy="761886"/>
          </a:xfrm>
        </p:spPr>
        <p:txBody>
          <a:bodyPr lIns="0" anchor="t"/>
          <a:lstStyle>
            <a:lvl1pPr algn="l">
              <a:lnSpc>
                <a:spcPct val="75000"/>
              </a:lnSpc>
              <a:defRPr sz="2400" b="1" i="0" cap="all" spc="26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75000"/>
              </a:lnSpc>
              <a:defRPr b="1" spc="26" baseline="0">
                <a:latin typeface="+mj-lt"/>
              </a:defRPr>
            </a:lvl2pPr>
            <a:lvl3pPr>
              <a:lnSpc>
                <a:spcPct val="75000"/>
              </a:lnSpc>
              <a:defRPr b="1" spc="26" baseline="0">
                <a:latin typeface="+mj-lt"/>
              </a:defRPr>
            </a:lvl3pPr>
            <a:lvl4pPr>
              <a:lnSpc>
                <a:spcPct val="75000"/>
              </a:lnSpc>
              <a:defRPr b="1" spc="26" baseline="0">
                <a:latin typeface="+mj-lt"/>
              </a:defRPr>
            </a:lvl4pPr>
            <a:lvl5pPr>
              <a:lnSpc>
                <a:spcPct val="75000"/>
              </a:lnSpc>
              <a:defRPr b="1" spc="26" baseline="0">
                <a:latin typeface="+mj-lt"/>
              </a:defRPr>
            </a:lvl5pPr>
            <a:lvl6pPr>
              <a:lnSpc>
                <a:spcPct val="75000"/>
              </a:lnSpc>
              <a:defRPr b="1" spc="26" baseline="0"/>
            </a:lvl6pPr>
            <a:lvl7pPr>
              <a:lnSpc>
                <a:spcPct val="75000"/>
              </a:lnSpc>
              <a:defRPr b="1" spc="26" baseline="0"/>
            </a:lvl7pPr>
            <a:lvl8pPr>
              <a:lnSpc>
                <a:spcPct val="75000"/>
              </a:lnSpc>
              <a:defRPr b="1" spc="26" baseline="0"/>
            </a:lvl8pPr>
            <a:lvl9pPr algn="l">
              <a:lnSpc>
                <a:spcPct val="75000"/>
              </a:lnSpc>
              <a:defRPr b="1" spc="26" baseline="0"/>
            </a:lvl9pPr>
          </a:lstStyle>
          <a:p>
            <a:pPr lvl="0"/>
            <a:r>
              <a:rPr lang="en-US" noProof="0"/>
              <a:t>Content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047835" y="1143342"/>
            <a:ext cx="8001468" cy="4571317"/>
          </a:xfrm>
        </p:spPr>
        <p:txBody>
          <a:bodyPr anchor="t" anchorCtr="0">
            <a:normAutofit/>
          </a:bodyPr>
          <a:lstStyle>
            <a:lvl1pPr marL="381350" indent="-381350" algn="l">
              <a:lnSpc>
                <a:spcPct val="75000"/>
              </a:lnSpc>
              <a:spcBef>
                <a:spcPts val="1587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defRPr sz="3700" b="1" i="0" cap="all" spc="26" baseline="0">
                <a:solidFill>
                  <a:schemeClr val="tx1"/>
                </a:solidFill>
                <a:latin typeface="+mj-lt"/>
              </a:defRPr>
            </a:lvl1pPr>
            <a:lvl2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normalizeH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3pPr>
            <a:lvl4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4pPr>
            <a:lvl5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+mj-lt"/>
              <a:buNone/>
              <a:defRPr sz="1600" b="0" i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5pPr>
            <a:lvl6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6pPr>
            <a:lvl7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7pPr>
            <a:lvl8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8pPr>
            <a:lvl9pPr marL="38135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1600" b="0" cap="none" spc="0" baseline="0">
                <a:solidFill>
                  <a:schemeClr val="tx1"/>
                </a:solidFill>
                <a:latin typeface="+mn-lt"/>
                <a:cs typeface="AdihausDIN" pitchFamily="34" charset="0"/>
              </a:defRPr>
            </a:lvl9pPr>
          </a:lstStyle>
          <a:p>
            <a:pPr lvl="0"/>
            <a:r>
              <a:rPr lang="en-US" noProof="0"/>
              <a:t>ADD an AGENDA POINT HERE</a:t>
            </a:r>
            <a:endParaRPr lang="en-US"/>
          </a:p>
          <a:p>
            <a:pPr lvl="1"/>
            <a:r>
              <a:rPr lang="en-US" noProof="0"/>
              <a:t>Speaker, time or additional information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199A99-0A27-4ABE-A93C-26DD139CF6F0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491205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 bwMode="gray">
          <a:xfrm>
            <a:off x="94218" y="95379"/>
            <a:ext cx="12003565" cy="6667244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>
          <a:xfrm>
            <a:off x="1142148" y="1523498"/>
            <a:ext cx="6478082" cy="3048457"/>
          </a:xfrm>
        </p:spPr>
        <p:txBody>
          <a:bodyPr/>
          <a:lstStyle>
            <a:lvl1pPr algn="l">
              <a:lnSpc>
                <a:spcPct val="75000"/>
              </a:lnSpc>
              <a:defRPr sz="6300" b="1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75000"/>
              </a:lnSpc>
              <a:defRPr sz="6300" b="1" spc="26" baseline="0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75000"/>
              </a:lnSpc>
              <a:defRPr sz="6300" b="1" spc="26" baseline="0">
                <a:solidFill>
                  <a:schemeClr val="bg1"/>
                </a:solidFill>
              </a:defRPr>
            </a:lvl7pPr>
            <a:lvl8pPr algn="l">
              <a:lnSpc>
                <a:spcPct val="75000"/>
              </a:lnSpc>
              <a:defRPr sz="6300" b="1" spc="26" baseline="0">
                <a:solidFill>
                  <a:schemeClr val="bg1"/>
                </a:solidFill>
              </a:defRPr>
            </a:lvl8pPr>
            <a:lvl9pPr algn="l">
              <a:lnSpc>
                <a:spcPct val="75000"/>
              </a:lnSpc>
              <a:defRPr sz="6300" b="1" spc="26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This is a divider page. Fill this textbox </a:t>
            </a:r>
            <a:br>
              <a:rPr lang="en-US"/>
            </a:br>
            <a:r>
              <a:rPr lang="en-US"/>
              <a:t>with the name of the chapter.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142849" y="1143087"/>
            <a:ext cx="3429196" cy="380065"/>
          </a:xfrm>
        </p:spPr>
        <p:txBody>
          <a:bodyPr anchor="t"/>
          <a:lstStyle>
            <a:lvl1pPr marL="0" indent="0" algn="l">
              <a:lnSpc>
                <a:spcPct val="75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baseline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cap="all" spc="26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Chapter ##</a:t>
            </a:r>
          </a:p>
        </p:txBody>
      </p:sp>
    </p:spTree>
    <p:extLst>
      <p:ext uri="{BB962C8B-B14F-4D97-AF65-F5344CB8AC3E}">
        <p14:creationId xmlns:p14="http://schemas.microsoft.com/office/powerpoint/2010/main" val="3820091187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68056EF-5163-451E-9FA5-8EFF24552B9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10286542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635988986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AE08F70-E088-4F49-AAC1-B770CCB55B33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10286542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228536282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8001328" y="2667029"/>
            <a:ext cx="2664177" cy="304867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380672" y="381456"/>
            <a:ext cx="6477195" cy="5333532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This is a slide for typo only. You can use it for a big long key message or for a quote. Increase font size </a:t>
            </a:r>
            <a:br>
              <a:rPr lang="en-US"/>
            </a:br>
            <a:r>
              <a:rPr lang="en-US"/>
              <a:t>if necessary, </a:t>
            </a:r>
            <a:br>
              <a:rPr lang="en-US"/>
            </a:br>
            <a:r>
              <a:rPr lang="en-US"/>
              <a:t>don’t decrease 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82A5650-7F85-4653-BC08-25B6AD6808F1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38275234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7239591" y="381455"/>
            <a:ext cx="4571758" cy="6095480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380672" y="1524284"/>
            <a:ext cx="6096394" cy="4571658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2" y="381455"/>
            <a:ext cx="6096394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BD5C447-7C47-47F3-84B9-60B0CD8F0AFC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6096527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266715158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7238942" y="381455"/>
            <a:ext cx="4572407" cy="304754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6096394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7239592" y="3429002"/>
            <a:ext cx="4571758" cy="30479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3" y="381455"/>
            <a:ext cx="6096525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92B0ED82-D447-4A1E-A388-7D7C5556CAAF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6096527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09542697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7239196" y="381455"/>
            <a:ext cx="2286395" cy="304842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9525590" y="381455"/>
            <a:ext cx="2285758" cy="3047547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7239196" y="3429002"/>
            <a:ext cx="2286395" cy="304793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9525590" y="3429001"/>
            <a:ext cx="2285758" cy="304893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6096394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3" y="381455"/>
            <a:ext cx="6096525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772864B-0FA2-4776-8A46-D219EB14FC62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6096527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376316526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5714804" y="381455"/>
            <a:ext cx="6096545" cy="6095091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380672" y="1524284"/>
            <a:ext cx="4572132" cy="4571483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2" y="381455"/>
            <a:ext cx="4572132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52B4717-40DC-4DBA-9209-7C6229836929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4572133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77377887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5714068" y="381455"/>
            <a:ext cx="6097282" cy="304754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4572132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5714935" y="3429002"/>
            <a:ext cx="6096415" cy="30479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0672" y="381455"/>
            <a:ext cx="4572132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C79D21A-3680-4D47-A7FC-4F731B13ECD1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4572133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18749734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5714936" y="381455"/>
            <a:ext cx="3048525" cy="304842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763461" y="381455"/>
            <a:ext cx="3047888" cy="3047547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5714934" y="3429002"/>
            <a:ext cx="3048525" cy="304793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8763459" y="3429001"/>
            <a:ext cx="3047890" cy="304893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4572131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5"/>
            <a:ext cx="4572132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7864DBC-B528-4359-BF9F-EE09AE8EF074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4572133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4018381325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4190904" y="381455"/>
            <a:ext cx="7620445" cy="6095091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 bwMode="gray">
          <a:xfrm>
            <a:off x="380672" y="1524284"/>
            <a:ext cx="3047870" cy="4571483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5"/>
            <a:ext cx="3047870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DF249A35-F4FA-4A95-9204-11809CF78FC0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256886569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4190673" y="381455"/>
            <a:ext cx="7620678" cy="304754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3047870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4191757" y="3429002"/>
            <a:ext cx="7619594" cy="30479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5"/>
            <a:ext cx="3047870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780FC9E-52C1-48ED-9D73-F1C6B74F907A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715050065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 Images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4190672" y="381455"/>
            <a:ext cx="3810656" cy="304842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001327" y="381455"/>
            <a:ext cx="3810022" cy="3047547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4190671" y="3429002"/>
            <a:ext cx="3810656" cy="304793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8001327" y="3429001"/>
            <a:ext cx="3810022" cy="304893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3" y="1524284"/>
            <a:ext cx="3047868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5"/>
            <a:ext cx="3047870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74F145ED-EC4A-4E34-AB5C-9AF8FB6F8A58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396837161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5714978" y="1"/>
            <a:ext cx="6477023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6477066" y="762235"/>
            <a:ext cx="3429722" cy="419123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80672" y="1524284"/>
            <a:ext cx="4572259" cy="457131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noProof="0"/>
              <a:t>Click to edit Master text styles</a:t>
            </a:r>
            <a:endParaRPr lang="en-US"/>
          </a:p>
          <a:p>
            <a:pPr lvl="1"/>
            <a:r>
              <a:rPr lang="en-US" noProof="0"/>
              <a:t>Second level</a:t>
            </a:r>
            <a:endParaRPr lang="en-US"/>
          </a:p>
          <a:p>
            <a:pPr lvl="2"/>
            <a:r>
              <a:rPr lang="en-US" noProof="0"/>
              <a:t>Third level</a:t>
            </a:r>
            <a:endParaRPr lang="en-US"/>
          </a:p>
          <a:p>
            <a:pPr lvl="3"/>
            <a:r>
              <a:rPr lang="en-US" noProof="0"/>
              <a:t>Fourth level</a:t>
            </a:r>
            <a:endParaRPr lang="en-US"/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72" y="381455"/>
            <a:ext cx="4572259" cy="3809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3046950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623705228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6477066" y="381455"/>
            <a:ext cx="5334787" cy="5334245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1142148" y="3809067"/>
            <a:ext cx="3048394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 bwMode="gray">
          <a:xfrm>
            <a:off x="1142149" y="381455"/>
            <a:ext cx="4572786" cy="3427612"/>
          </a:xfrm>
        </p:spPr>
        <p:txBody>
          <a:bodyPr bIns="190483" anchor="b"/>
          <a:lstStyle>
            <a:lvl1pPr>
              <a:lnSpc>
                <a:spcPct val="75000"/>
              </a:lnSpc>
              <a:defRPr sz="6300" baseline="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four lines </a:t>
            </a:r>
            <a:br>
              <a:rPr lang="en-US"/>
            </a:br>
            <a:r>
              <a:rPr lang="en-US"/>
              <a:t>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4638BF9-8DE7-4F4C-B7CE-5363CE864E1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64835853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380017" y="381455"/>
            <a:ext cx="5332554" cy="5334245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6477065" y="3809067"/>
            <a:ext cx="3047956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19"/>
          <p:cNvSpPr>
            <a:spLocks noGrp="1"/>
          </p:cNvSpPr>
          <p:nvPr>
            <p:ph type="title" hasCustomPrompt="1"/>
          </p:nvPr>
        </p:nvSpPr>
        <p:spPr bwMode="gray">
          <a:xfrm>
            <a:off x="6477066" y="381455"/>
            <a:ext cx="4953945" cy="3427612"/>
          </a:xfrm>
        </p:spPr>
        <p:txBody>
          <a:bodyPr bIns="190483" anchor="b"/>
          <a:lstStyle>
            <a:lvl1pPr>
              <a:lnSpc>
                <a:spcPct val="75000"/>
              </a:lnSpc>
              <a:defRPr sz="6300" baseline="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four lines </a:t>
            </a:r>
            <a:br>
              <a:rPr lang="en-US"/>
            </a:br>
            <a:r>
              <a:rPr lang="en-US"/>
              <a:t>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AC76921-5308-4372-BD87-E3324E71886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233186590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2"/>
          </p:nvPr>
        </p:nvSpPr>
        <p:spPr bwMode="gray">
          <a:xfrm>
            <a:off x="380016" y="762234"/>
            <a:ext cx="5334918" cy="4190707"/>
          </a:xfrm>
          <a:solidFill>
            <a:schemeClr val="bg2">
              <a:lumMod val="20000"/>
              <a:lumOff val="80000"/>
            </a:schemeClr>
          </a:solidFill>
        </p:spPr>
        <p:txBody>
          <a:bodyPr tIns="0"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8763459" y="4190970"/>
            <a:ext cx="2666824" cy="19049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4952804" y="1524073"/>
            <a:ext cx="5714408" cy="2285912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three lines 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01A575A7-94C9-44CB-8CA4-DB8DE080595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879397295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2"/>
          </p:nvPr>
        </p:nvSpPr>
        <p:spPr bwMode="gray">
          <a:xfrm>
            <a:off x="380016" y="762234"/>
            <a:ext cx="3810656" cy="4190707"/>
          </a:xfrm>
          <a:solidFill>
            <a:schemeClr val="bg2">
              <a:lumMod val="20000"/>
              <a:lumOff val="80000"/>
            </a:schemeClr>
          </a:solidFill>
        </p:spPr>
        <p:txBody>
          <a:bodyPr tIns="0"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8763459" y="4190970"/>
            <a:ext cx="2666824" cy="19049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3428541" y="1524073"/>
            <a:ext cx="4572217" cy="4190839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several lines. Even fill </a:t>
            </a:r>
            <a:br>
              <a:rPr lang="en-US"/>
            </a:br>
            <a:r>
              <a:rPr lang="en-US"/>
              <a:t>this textbox completely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90881DA6-E2AC-4E41-BE98-916C5C6579E4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81018026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 bwMode="gray"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2953414" h="4932102">
                <a:moveTo>
                  <a:pt x="0" y="0"/>
                </a:moveTo>
                <a:lnTo>
                  <a:pt x="2953414" y="0"/>
                </a:lnTo>
                <a:lnTo>
                  <a:pt x="2953414" y="4932102"/>
                </a:lnTo>
                <a:lnTo>
                  <a:pt x="0" y="4932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tIns="0" anchor="ctr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1142716" y="4189264"/>
            <a:ext cx="3047956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1142717" y="761653"/>
            <a:ext cx="4953282" cy="3427610"/>
          </a:xfrm>
        </p:spPr>
        <p:txBody>
          <a:bodyPr bIns="190483" anchor="b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over four lines </a:t>
            </a:r>
            <a:br>
              <a:rPr lang="en-US"/>
            </a:br>
            <a:r>
              <a:rPr lang="en-US"/>
              <a:t>or less.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69E86E07-0ED5-4091-9035-A31013CC193F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65290332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671" y="381455"/>
            <a:ext cx="3047871" cy="609542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3428543" y="381455"/>
            <a:ext cx="3047650" cy="3047544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3428543" y="3429000"/>
            <a:ext cx="3047650" cy="3047544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6476192" y="381455"/>
            <a:ext cx="5335157" cy="6095089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1142147" y="1143088"/>
            <a:ext cx="6477589" cy="3048146"/>
          </a:xfrm>
        </p:spPr>
        <p:txBody>
          <a:bodyPr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change the size of this textbox to ensure readability.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E327B00-83C2-457D-8D50-102112B81C85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67576285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1" y="0"/>
            <a:ext cx="3047475" cy="6857927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3047476" y="1"/>
            <a:ext cx="3047475" cy="228604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3047476" y="2286044"/>
            <a:ext cx="3047475" cy="228604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5"/>
          </p:nvPr>
        </p:nvSpPr>
        <p:spPr bwMode="gray">
          <a:xfrm>
            <a:off x="3047476" y="4572087"/>
            <a:ext cx="3047475" cy="228604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6"/>
          </p:nvPr>
        </p:nvSpPr>
        <p:spPr bwMode="gray">
          <a:xfrm>
            <a:off x="6094951" y="0"/>
            <a:ext cx="2668203" cy="3428999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7"/>
          </p:nvPr>
        </p:nvSpPr>
        <p:spPr bwMode="gray">
          <a:xfrm>
            <a:off x="6094951" y="3429000"/>
            <a:ext cx="2668203" cy="3428999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8763153" y="0"/>
            <a:ext cx="3428847" cy="6857927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3199897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Message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6"/>
          </p:nvPr>
        </p:nvSpPr>
        <p:spPr bwMode="gray">
          <a:xfrm>
            <a:off x="1" y="0"/>
            <a:ext cx="5714934" cy="6857474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28"/>
          </p:nvPr>
        </p:nvSpPr>
        <p:spPr bwMode="gray">
          <a:xfrm>
            <a:off x="5714935" y="525"/>
            <a:ext cx="6477416" cy="6857476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7"/>
          </p:nvPr>
        </p:nvSpPr>
        <p:spPr bwMode="gray">
          <a:xfrm>
            <a:off x="6477067" y="761652"/>
            <a:ext cx="4190144" cy="4191815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8"/>
          </p:nvPr>
        </p:nvSpPr>
        <p:spPr bwMode="gray">
          <a:xfrm>
            <a:off x="1142716" y="4189264"/>
            <a:ext cx="3047956" cy="1906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1142718" y="761653"/>
            <a:ext cx="3810087" cy="3427610"/>
          </a:xfrm>
        </p:spPr>
        <p:txBody>
          <a:bodyPr bIns="190483" anchor="b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 </a:t>
            </a:r>
            <a:br>
              <a:rPr lang="en-US"/>
            </a:br>
            <a:r>
              <a:rPr lang="en-US"/>
              <a:t>over four lines or less.</a:t>
            </a:r>
          </a:p>
        </p:txBody>
      </p:sp>
    </p:spTree>
    <p:extLst>
      <p:ext uri="{BB962C8B-B14F-4D97-AF65-F5344CB8AC3E}">
        <p14:creationId xmlns:p14="http://schemas.microsoft.com/office/powerpoint/2010/main" val="505397832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149" y="1524072"/>
            <a:ext cx="3810523" cy="3047883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4190672" y="1524072"/>
            <a:ext cx="3810523" cy="304788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8001196" y="1524072"/>
            <a:ext cx="3810523" cy="304788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80016" y="4952941"/>
            <a:ext cx="3429853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32"/>
          </p:nvPr>
        </p:nvSpPr>
        <p:spPr bwMode="gray">
          <a:xfrm>
            <a:off x="4190673" y="4952941"/>
            <a:ext cx="3429853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3"/>
          </p:nvPr>
        </p:nvSpPr>
        <p:spPr bwMode="gray">
          <a:xfrm>
            <a:off x="8001329" y="4952941"/>
            <a:ext cx="3429853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20100098-715D-43C8-868E-C5A84E49F2FB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866437266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Description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9606" y="381116"/>
            <a:ext cx="2667724" cy="3809854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6477330" y="381116"/>
            <a:ext cx="2667724" cy="3809854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9145054" y="381116"/>
            <a:ext cx="2667724" cy="3809854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>
          <a:xfrm>
            <a:off x="380672" y="381455"/>
            <a:ext cx="3047870" cy="30475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809608" y="4571955"/>
            <a:ext cx="2286393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32"/>
          </p:nvPr>
        </p:nvSpPr>
        <p:spPr bwMode="gray">
          <a:xfrm>
            <a:off x="6477330" y="4571955"/>
            <a:ext cx="2286393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3"/>
          </p:nvPr>
        </p:nvSpPr>
        <p:spPr bwMode="gray">
          <a:xfrm>
            <a:off x="9145054" y="4571955"/>
            <a:ext cx="2286393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63C741AD-6644-4AE0-B33C-16896427E53C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57179579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+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149" y="1524072"/>
            <a:ext cx="2857858" cy="3047883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3238007" y="1524072"/>
            <a:ext cx="2862502" cy="3047883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6100509" y="1524072"/>
            <a:ext cx="2860117" cy="3047883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8960625" y="1524072"/>
            <a:ext cx="2860117" cy="3047883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80016" y="4952941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35"/>
          </p:nvPr>
        </p:nvSpPr>
        <p:spPr bwMode="gray">
          <a:xfrm>
            <a:off x="3238007" y="4952941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8"/>
          <p:cNvSpPr>
            <a:spLocks noGrp="1"/>
          </p:cNvSpPr>
          <p:nvPr>
            <p:ph type="body" sz="quarter" idx="36"/>
          </p:nvPr>
        </p:nvSpPr>
        <p:spPr bwMode="gray">
          <a:xfrm>
            <a:off x="6100509" y="4952941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7"/>
          </p:nvPr>
        </p:nvSpPr>
        <p:spPr bwMode="gray">
          <a:xfrm>
            <a:off x="8960626" y="4952941"/>
            <a:ext cx="2476928" cy="1142956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5DC62ADE-406C-4196-A0D7-998CA9D2E8E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927401466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+ Description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428540" y="381116"/>
            <a:ext cx="2095628" cy="3809854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5524167" y="381116"/>
            <a:ext cx="2095628" cy="3809854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 bwMode="gray">
          <a:xfrm>
            <a:off x="7619795" y="381116"/>
            <a:ext cx="2095628" cy="3809854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8"/>
          </p:nvPr>
        </p:nvSpPr>
        <p:spPr bwMode="gray">
          <a:xfrm>
            <a:off x="9715423" y="381116"/>
            <a:ext cx="2095628" cy="3809854"/>
          </a:xfrm>
          <a:solidFill>
            <a:schemeClr val="bg2"/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>
          <a:xfrm>
            <a:off x="380672" y="381455"/>
            <a:ext cx="2666804" cy="30475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31"/>
          </p:nvPr>
        </p:nvSpPr>
        <p:spPr bwMode="gray">
          <a:xfrm>
            <a:off x="3428542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35"/>
          </p:nvPr>
        </p:nvSpPr>
        <p:spPr bwMode="gray">
          <a:xfrm>
            <a:off x="5524168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8"/>
          <p:cNvSpPr>
            <a:spLocks noGrp="1"/>
          </p:cNvSpPr>
          <p:nvPr>
            <p:ph type="body" sz="quarter" idx="36"/>
          </p:nvPr>
        </p:nvSpPr>
        <p:spPr bwMode="gray">
          <a:xfrm>
            <a:off x="7619795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7"/>
          </p:nvPr>
        </p:nvSpPr>
        <p:spPr bwMode="gray">
          <a:xfrm>
            <a:off x="9715423" y="4571955"/>
            <a:ext cx="1714795" cy="1523942"/>
          </a:xfrm>
        </p:spPr>
        <p:txBody>
          <a:bodyPr/>
          <a:lstStyle>
            <a:lvl1pPr>
              <a:lnSpc>
                <a:spcPct val="75000"/>
              </a:lnSpc>
              <a:defRPr sz="2400" b="1" cap="all" spc="26" baseline="0">
                <a:latin typeface="+mj-lt"/>
              </a:defRPr>
            </a:lvl1pPr>
            <a:lvl2pPr marL="0" indent="0" algn="l">
              <a:buNone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237714" indent="-237714">
              <a:buFont typeface="+mj-lt"/>
              <a:buAutoNum type="arabicPeriod"/>
              <a:defRPr/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794"/>
              </a:spcAft>
              <a:buFont typeface="Arial" panose="020B0604020202020204" pitchFamily="34" charset="0"/>
              <a:buNone/>
              <a:defRPr sz="1600" cap="none" spc="0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02C6CCC6-AF6C-496E-85C1-45F8705EB032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00714217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380017" y="380068"/>
            <a:ext cx="6859180" cy="2286961"/>
          </a:xfrm>
        </p:spPr>
        <p:txBody>
          <a:bodyPr bIns="190483" anchor="t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write over three lines or less.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380016" y="3048016"/>
            <a:ext cx="3810656" cy="3047882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001328" y="381116"/>
            <a:ext cx="3810021" cy="495281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4"/>
          </p:nvPr>
        </p:nvSpPr>
        <p:spPr bwMode="gray">
          <a:xfrm>
            <a:off x="4571739" y="3048015"/>
            <a:ext cx="2667459" cy="2285911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7EE08C3-0813-41F7-A9F9-BFAA86A463A2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873561174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4952802" y="380068"/>
            <a:ext cx="6476804" cy="2667947"/>
          </a:xfrm>
        </p:spPr>
        <p:txBody>
          <a:bodyPr bIns="190483" anchor="t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write over three lines or less.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1" y="0"/>
            <a:ext cx="4190672" cy="5714912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7239196" y="4953073"/>
            <a:ext cx="3048525" cy="1904928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4"/>
          </p:nvPr>
        </p:nvSpPr>
        <p:spPr bwMode="gray">
          <a:xfrm>
            <a:off x="4952802" y="3048015"/>
            <a:ext cx="4191723" cy="152394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ED50FE0-46D2-4F3B-9B65-C72187036D5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>
          <a:xfrm>
            <a:off x="1142717" y="6477934"/>
            <a:ext cx="5334480" cy="379993"/>
          </a:xfrm>
        </p:spPr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641411462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380017" y="3048015"/>
            <a:ext cx="6859180" cy="3047883"/>
          </a:xfrm>
        </p:spPr>
        <p:txBody>
          <a:bodyPr bIns="190483" anchor="t"/>
          <a:lstStyle>
            <a:lvl1pPr>
              <a:lnSpc>
                <a:spcPct val="75000"/>
              </a:lnSpc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Big long Key Message. You can write over four lines or less.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8"/>
          </p:nvPr>
        </p:nvSpPr>
        <p:spPr bwMode="gray">
          <a:xfrm>
            <a:off x="1" y="0"/>
            <a:ext cx="8763459" cy="2667029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 bwMode="gray">
          <a:xfrm>
            <a:off x="8001328" y="4190971"/>
            <a:ext cx="3810021" cy="1904928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4"/>
          </p:nvPr>
        </p:nvSpPr>
        <p:spPr bwMode="gray">
          <a:xfrm>
            <a:off x="9144525" y="380068"/>
            <a:ext cx="2667328" cy="2286699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A61B109-2F8B-41E6-8056-2A55A424E337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8365741"/>
      </p:ext>
    </p:extLst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mer Profile 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 bwMode="gray">
          <a:xfrm>
            <a:off x="38001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39"/>
          <p:cNvSpPr>
            <a:spLocks noGrp="1"/>
          </p:cNvSpPr>
          <p:nvPr>
            <p:ph type="body" sz="quarter" idx="14"/>
          </p:nvPr>
        </p:nvSpPr>
        <p:spPr bwMode="gray">
          <a:xfrm>
            <a:off x="380960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39"/>
          <p:cNvSpPr>
            <a:spLocks noGrp="1"/>
          </p:cNvSpPr>
          <p:nvPr>
            <p:ph type="body" sz="quarter" idx="15"/>
          </p:nvPr>
        </p:nvSpPr>
        <p:spPr bwMode="gray">
          <a:xfrm>
            <a:off x="723919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 bwMode="gray">
          <a:xfrm>
            <a:off x="3810636" y="1639902"/>
            <a:ext cx="297995" cy="265156"/>
            <a:chOff x="3511551" y="-1402656"/>
            <a:chExt cx="1443038" cy="1284288"/>
          </a:xfrm>
        </p:grpSpPr>
        <p:sp>
          <p:nvSpPr>
            <p:cNvPr id="38" name="Freeform 6"/>
            <p:cNvSpPr/>
            <p:nvPr/>
          </p:nvSpPr>
          <p:spPr bwMode="gray">
            <a:xfrm>
              <a:off x="3511551" y="-1208981"/>
              <a:ext cx="1443038" cy="1090613"/>
            </a:xfrm>
            <a:custGeom>
              <a:avLst/>
              <a:gdLst>
                <a:gd name="T0" fmla="*/ 620 w 909"/>
                <a:gd name="T1" fmla="*/ 0 h 687"/>
                <a:gd name="T2" fmla="*/ 909 w 909"/>
                <a:gd name="T3" fmla="*/ 0 h 687"/>
                <a:gd name="T4" fmla="*/ 909 w 909"/>
                <a:gd name="T5" fmla="*/ 687 h 687"/>
                <a:gd name="T6" fmla="*/ 0 w 909"/>
                <a:gd name="T7" fmla="*/ 687 h 687"/>
                <a:gd name="T8" fmla="*/ 0 w 909"/>
                <a:gd name="T9" fmla="*/ 0 h 687"/>
                <a:gd name="T10" fmla="*/ 290 w 909"/>
                <a:gd name="T11" fmla="*/ 0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9" h="687">
                  <a:moveTo>
                    <a:pt x="620" y="0"/>
                  </a:moveTo>
                  <a:lnTo>
                    <a:pt x="909" y="0"/>
                  </a:lnTo>
                  <a:lnTo>
                    <a:pt x="909" y="687"/>
                  </a:lnTo>
                  <a:lnTo>
                    <a:pt x="0" y="687"/>
                  </a:lnTo>
                  <a:lnTo>
                    <a:pt x="0" y="0"/>
                  </a:lnTo>
                  <a:lnTo>
                    <a:pt x="290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9" name="Freeform 7"/>
            <p:cNvSpPr/>
            <p:nvPr/>
          </p:nvSpPr>
          <p:spPr bwMode="gray">
            <a:xfrm>
              <a:off x="3676651" y="-913706"/>
              <a:ext cx="528638" cy="628650"/>
            </a:xfrm>
            <a:custGeom>
              <a:avLst/>
              <a:gdLst>
                <a:gd name="T0" fmla="*/ 0 w 333"/>
                <a:gd name="T1" fmla="*/ 0 h 396"/>
                <a:gd name="T2" fmla="*/ 333 w 333"/>
                <a:gd name="T3" fmla="*/ 0 h 396"/>
                <a:gd name="T4" fmla="*/ 333 w 333"/>
                <a:gd name="T5" fmla="*/ 396 h 396"/>
                <a:gd name="T6" fmla="*/ 0 w 333"/>
                <a:gd name="T7" fmla="*/ 396 h 396"/>
                <a:gd name="T8" fmla="*/ 0 w 333"/>
                <a:gd name="T9" fmla="*/ 0 h 396"/>
                <a:gd name="T10" fmla="*/ 0 w 333"/>
                <a:gd name="T11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396">
                  <a:moveTo>
                    <a:pt x="0" y="0"/>
                  </a:moveTo>
                  <a:lnTo>
                    <a:pt x="333" y="0"/>
                  </a:lnTo>
                  <a:lnTo>
                    <a:pt x="333" y="396"/>
                  </a:lnTo>
                  <a:lnTo>
                    <a:pt x="0" y="3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3" name="Freeform 8"/>
            <p:cNvSpPr/>
            <p:nvPr/>
          </p:nvSpPr>
          <p:spPr bwMode="gray">
            <a:xfrm>
              <a:off x="3676651" y="-481906"/>
              <a:ext cx="528638" cy="196850"/>
            </a:xfrm>
            <a:custGeom>
              <a:avLst/>
              <a:gdLst>
                <a:gd name="T0" fmla="*/ 70 w 140"/>
                <a:gd name="T1" fmla="*/ 52 h 52"/>
                <a:gd name="T2" fmla="*/ 140 w 140"/>
                <a:gd name="T3" fmla="*/ 52 h 52"/>
                <a:gd name="T4" fmla="*/ 140 w 140"/>
                <a:gd name="T5" fmla="*/ 22 h 52"/>
                <a:gd name="T6" fmla="*/ 70 w 140"/>
                <a:gd name="T7" fmla="*/ 0 h 52"/>
                <a:gd name="T8" fmla="*/ 0 w 140"/>
                <a:gd name="T9" fmla="*/ 22 h 52"/>
                <a:gd name="T10" fmla="*/ 0 w 140"/>
                <a:gd name="T11" fmla="*/ 52 h 52"/>
                <a:gd name="T12" fmla="*/ 70 w 140"/>
                <a:gd name="T13" fmla="*/ 52 h 52"/>
                <a:gd name="T14" fmla="*/ 70 w 140"/>
                <a:gd name="T1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52">
                  <a:moveTo>
                    <a:pt x="70" y="52"/>
                  </a:moveTo>
                  <a:cubicBezTo>
                    <a:pt x="140" y="52"/>
                    <a:pt x="140" y="52"/>
                    <a:pt x="140" y="52"/>
                  </a:cubicBezTo>
                  <a:cubicBezTo>
                    <a:pt x="140" y="22"/>
                    <a:pt x="140" y="22"/>
                    <a:pt x="140" y="22"/>
                  </a:cubicBezTo>
                  <a:cubicBezTo>
                    <a:pt x="136" y="18"/>
                    <a:pt x="102" y="0"/>
                    <a:pt x="70" y="0"/>
                  </a:cubicBezTo>
                  <a:cubicBezTo>
                    <a:pt x="38" y="0"/>
                    <a:pt x="3" y="18"/>
                    <a:pt x="0" y="2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0" y="52"/>
                    <a:pt x="70" y="52"/>
                    <a:pt x="70" y="52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4" name="Freeform 9"/>
            <p:cNvSpPr/>
            <p:nvPr/>
          </p:nvSpPr>
          <p:spPr bwMode="gray">
            <a:xfrm>
              <a:off x="3843338" y="-807343"/>
              <a:ext cx="195263" cy="227013"/>
            </a:xfrm>
            <a:custGeom>
              <a:avLst/>
              <a:gdLst>
                <a:gd name="T0" fmla="*/ 26 w 52"/>
                <a:gd name="T1" fmla="*/ 0 h 60"/>
                <a:gd name="T2" fmla="*/ 26 w 52"/>
                <a:gd name="T3" fmla="*/ 0 h 60"/>
                <a:gd name="T4" fmla="*/ 0 w 52"/>
                <a:gd name="T5" fmla="*/ 26 h 60"/>
                <a:gd name="T6" fmla="*/ 0 w 52"/>
                <a:gd name="T7" fmla="*/ 34 h 60"/>
                <a:gd name="T8" fmla="*/ 26 w 52"/>
                <a:gd name="T9" fmla="*/ 60 h 60"/>
                <a:gd name="T10" fmla="*/ 26 w 52"/>
                <a:gd name="T11" fmla="*/ 60 h 60"/>
                <a:gd name="T12" fmla="*/ 52 w 52"/>
                <a:gd name="T13" fmla="*/ 34 h 60"/>
                <a:gd name="T14" fmla="*/ 52 w 52"/>
                <a:gd name="T15" fmla="*/ 26 h 60"/>
                <a:gd name="T16" fmla="*/ 26 w 52"/>
                <a:gd name="T1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8"/>
                    <a:pt x="12" y="60"/>
                    <a:pt x="26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40" y="60"/>
                    <a:pt x="52" y="48"/>
                    <a:pt x="52" y="34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gray">
            <a:xfrm>
              <a:off x="4370388" y="-777181"/>
              <a:ext cx="4191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gray">
            <a:xfrm>
              <a:off x="4370388" y="-629543"/>
              <a:ext cx="4191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gray">
            <a:xfrm>
              <a:off x="4370388" y="-481906"/>
              <a:ext cx="22225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8" name="Line 13"/>
            <p:cNvSpPr>
              <a:spLocks noChangeShapeType="1"/>
            </p:cNvSpPr>
            <p:nvPr/>
          </p:nvSpPr>
          <p:spPr bwMode="gray">
            <a:xfrm>
              <a:off x="3971926" y="-1069281"/>
              <a:ext cx="523875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9" name="Freeform 14"/>
            <p:cNvSpPr/>
            <p:nvPr/>
          </p:nvSpPr>
          <p:spPr bwMode="gray">
            <a:xfrm>
              <a:off x="4103688" y="-1402656"/>
              <a:ext cx="260350" cy="333375"/>
            </a:xfrm>
            <a:custGeom>
              <a:avLst/>
              <a:gdLst>
                <a:gd name="T0" fmla="*/ 0 w 164"/>
                <a:gd name="T1" fmla="*/ 0 h 210"/>
                <a:gd name="T2" fmla="*/ 164 w 164"/>
                <a:gd name="T3" fmla="*/ 0 h 210"/>
                <a:gd name="T4" fmla="*/ 164 w 164"/>
                <a:gd name="T5" fmla="*/ 210 h 210"/>
                <a:gd name="T6" fmla="*/ 0 w 164"/>
                <a:gd name="T7" fmla="*/ 210 h 210"/>
                <a:gd name="T8" fmla="*/ 0 w 164"/>
                <a:gd name="T9" fmla="*/ 0 h 210"/>
                <a:gd name="T10" fmla="*/ 0 w 164"/>
                <a:gd name="T11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4" h="210">
                  <a:moveTo>
                    <a:pt x="0" y="0"/>
                  </a:moveTo>
                  <a:lnTo>
                    <a:pt x="164" y="0"/>
                  </a:lnTo>
                  <a:lnTo>
                    <a:pt x="164" y="210"/>
                  </a:lnTo>
                  <a:lnTo>
                    <a:pt x="0" y="2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/>
          <p:cNvGrpSpPr/>
          <p:nvPr userDrawn="1"/>
        </p:nvGrpSpPr>
        <p:grpSpPr bwMode="gray">
          <a:xfrm>
            <a:off x="380017" y="1641541"/>
            <a:ext cx="382247" cy="263517"/>
            <a:chOff x="623888" y="-1394718"/>
            <a:chExt cx="1851025" cy="1276350"/>
          </a:xfrm>
        </p:grpSpPr>
        <p:sp>
          <p:nvSpPr>
            <p:cNvPr id="51" name="Freeform 5"/>
            <p:cNvSpPr/>
            <p:nvPr/>
          </p:nvSpPr>
          <p:spPr bwMode="gray">
            <a:xfrm>
              <a:off x="623888" y="-1394718"/>
              <a:ext cx="1851025" cy="1276350"/>
            </a:xfrm>
            <a:custGeom>
              <a:avLst/>
              <a:gdLst>
                <a:gd name="T0" fmla="*/ 491 w 491"/>
                <a:gd name="T1" fmla="*/ 168 h 337"/>
                <a:gd name="T2" fmla="*/ 246 w 491"/>
                <a:gd name="T3" fmla="*/ 337 h 337"/>
                <a:gd name="T4" fmla="*/ 0 w 491"/>
                <a:gd name="T5" fmla="*/ 168 h 337"/>
                <a:gd name="T6" fmla="*/ 245 w 491"/>
                <a:gd name="T7" fmla="*/ 0 h 337"/>
                <a:gd name="T8" fmla="*/ 491 w 491"/>
                <a:gd name="T9" fmla="*/ 16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1" h="337">
                  <a:moveTo>
                    <a:pt x="491" y="168"/>
                  </a:moveTo>
                  <a:cubicBezTo>
                    <a:pt x="491" y="168"/>
                    <a:pt x="382" y="337"/>
                    <a:pt x="246" y="337"/>
                  </a:cubicBezTo>
                  <a:cubicBezTo>
                    <a:pt x="111" y="337"/>
                    <a:pt x="0" y="168"/>
                    <a:pt x="0" y="168"/>
                  </a:cubicBezTo>
                  <a:cubicBezTo>
                    <a:pt x="0" y="168"/>
                    <a:pt x="109" y="0"/>
                    <a:pt x="245" y="0"/>
                  </a:cubicBezTo>
                  <a:cubicBezTo>
                    <a:pt x="380" y="0"/>
                    <a:pt x="491" y="168"/>
                    <a:pt x="491" y="168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2" name="Oval 15"/>
            <p:cNvSpPr>
              <a:spLocks noChangeArrowheads="1"/>
            </p:cNvSpPr>
            <p:nvPr/>
          </p:nvSpPr>
          <p:spPr bwMode="gray">
            <a:xfrm>
              <a:off x="1276351" y="-1031181"/>
              <a:ext cx="546100" cy="549275"/>
            </a:xfrm>
            <a:prstGeom prst="ellips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3" name="Freeform 16"/>
            <p:cNvSpPr/>
            <p:nvPr/>
          </p:nvSpPr>
          <p:spPr bwMode="gray">
            <a:xfrm>
              <a:off x="1084263" y="-1137543"/>
              <a:ext cx="192088" cy="757238"/>
            </a:xfrm>
            <a:custGeom>
              <a:avLst/>
              <a:gdLst>
                <a:gd name="T0" fmla="*/ 51 w 51"/>
                <a:gd name="T1" fmla="*/ 200 h 200"/>
                <a:gd name="T2" fmla="*/ 0 w 51"/>
                <a:gd name="T3" fmla="*/ 100 h 200"/>
                <a:gd name="T4" fmla="*/ 51 w 51"/>
                <a:gd name="T5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" h="200">
                  <a:moveTo>
                    <a:pt x="51" y="200"/>
                  </a:moveTo>
                  <a:cubicBezTo>
                    <a:pt x="20" y="178"/>
                    <a:pt x="0" y="142"/>
                    <a:pt x="0" y="100"/>
                  </a:cubicBezTo>
                  <a:cubicBezTo>
                    <a:pt x="0" y="59"/>
                    <a:pt x="20" y="23"/>
                    <a:pt x="51" y="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4" name="Freeform 17"/>
            <p:cNvSpPr/>
            <p:nvPr/>
          </p:nvSpPr>
          <p:spPr bwMode="gray">
            <a:xfrm>
              <a:off x="1822451" y="-1137543"/>
              <a:ext cx="192088" cy="757238"/>
            </a:xfrm>
            <a:custGeom>
              <a:avLst/>
              <a:gdLst>
                <a:gd name="T0" fmla="*/ 0 w 51"/>
                <a:gd name="T1" fmla="*/ 0 h 200"/>
                <a:gd name="T2" fmla="*/ 51 w 51"/>
                <a:gd name="T3" fmla="*/ 100 h 200"/>
                <a:gd name="T4" fmla="*/ 0 w 51"/>
                <a:gd name="T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" h="200">
                  <a:moveTo>
                    <a:pt x="0" y="0"/>
                  </a:moveTo>
                  <a:cubicBezTo>
                    <a:pt x="31" y="23"/>
                    <a:pt x="51" y="59"/>
                    <a:pt x="51" y="100"/>
                  </a:cubicBezTo>
                  <a:cubicBezTo>
                    <a:pt x="51" y="142"/>
                    <a:pt x="31" y="178"/>
                    <a:pt x="0" y="20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5" name="Group 30"/>
          <p:cNvGrpSpPr>
            <a:grpSpLocks noChangeAspect="1"/>
          </p:cNvGrpSpPr>
          <p:nvPr userDrawn="1"/>
        </p:nvGrpSpPr>
        <p:grpSpPr bwMode="gray">
          <a:xfrm>
            <a:off x="7239197" y="1606303"/>
            <a:ext cx="235053" cy="298756"/>
            <a:chOff x="2556" y="1196"/>
            <a:chExt cx="693" cy="881"/>
          </a:xfrm>
        </p:grpSpPr>
        <p:sp>
          <p:nvSpPr>
            <p:cNvPr id="56" name="Rectangle 31"/>
            <p:cNvSpPr>
              <a:spLocks noChangeArrowheads="1"/>
            </p:cNvSpPr>
            <p:nvPr/>
          </p:nvSpPr>
          <p:spPr bwMode="gray">
            <a:xfrm>
              <a:off x="2688" y="1196"/>
              <a:ext cx="431" cy="108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7" name="Freeform 32"/>
            <p:cNvSpPr/>
            <p:nvPr/>
          </p:nvSpPr>
          <p:spPr bwMode="gray">
            <a:xfrm>
              <a:off x="2556" y="1239"/>
              <a:ext cx="693" cy="838"/>
            </a:xfrm>
            <a:custGeom>
              <a:avLst/>
              <a:gdLst>
                <a:gd name="T0" fmla="*/ 563 w 693"/>
                <a:gd name="T1" fmla="*/ 0 h 838"/>
                <a:gd name="T2" fmla="*/ 693 w 693"/>
                <a:gd name="T3" fmla="*/ 0 h 838"/>
                <a:gd name="T4" fmla="*/ 693 w 693"/>
                <a:gd name="T5" fmla="*/ 838 h 838"/>
                <a:gd name="T6" fmla="*/ 0 w 693"/>
                <a:gd name="T7" fmla="*/ 838 h 838"/>
                <a:gd name="T8" fmla="*/ 0 w 693"/>
                <a:gd name="T9" fmla="*/ 0 h 838"/>
                <a:gd name="T10" fmla="*/ 132 w 693"/>
                <a:gd name="T11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3" h="838">
                  <a:moveTo>
                    <a:pt x="563" y="0"/>
                  </a:moveTo>
                  <a:lnTo>
                    <a:pt x="693" y="0"/>
                  </a:lnTo>
                  <a:lnTo>
                    <a:pt x="693" y="838"/>
                  </a:lnTo>
                  <a:lnTo>
                    <a:pt x="0" y="838"/>
                  </a:lnTo>
                  <a:lnTo>
                    <a:pt x="0" y="0"/>
                  </a:lnTo>
                  <a:lnTo>
                    <a:pt x="13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8" name="Freeform 33"/>
            <p:cNvSpPr/>
            <p:nvPr/>
          </p:nvSpPr>
          <p:spPr bwMode="gray">
            <a:xfrm>
              <a:off x="2664" y="1452"/>
              <a:ext cx="173" cy="171"/>
            </a:xfrm>
            <a:custGeom>
              <a:avLst/>
              <a:gdLst>
                <a:gd name="T0" fmla="*/ 173 w 173"/>
                <a:gd name="T1" fmla="*/ 171 h 171"/>
                <a:gd name="T2" fmla="*/ 0 w 173"/>
                <a:gd name="T3" fmla="*/ 171 h 171"/>
                <a:gd name="T4" fmla="*/ 0 w 173"/>
                <a:gd name="T5" fmla="*/ 0 h 171"/>
                <a:gd name="T6" fmla="*/ 72 w 173"/>
                <a:gd name="T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171">
                  <a:moveTo>
                    <a:pt x="173" y="171"/>
                  </a:moveTo>
                  <a:lnTo>
                    <a:pt x="0" y="171"/>
                  </a:lnTo>
                  <a:lnTo>
                    <a:pt x="0" y="0"/>
                  </a:lnTo>
                  <a:lnTo>
                    <a:pt x="7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9" name="Freeform 34"/>
            <p:cNvSpPr/>
            <p:nvPr/>
          </p:nvSpPr>
          <p:spPr bwMode="gray">
            <a:xfrm>
              <a:off x="2741" y="1471"/>
              <a:ext cx="127" cy="81"/>
            </a:xfrm>
            <a:custGeom>
              <a:avLst/>
              <a:gdLst>
                <a:gd name="T0" fmla="*/ 0 w 127"/>
                <a:gd name="T1" fmla="*/ 38 h 81"/>
                <a:gd name="T2" fmla="*/ 43 w 127"/>
                <a:gd name="T3" fmla="*/ 81 h 81"/>
                <a:gd name="T4" fmla="*/ 127 w 12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81">
                  <a:moveTo>
                    <a:pt x="0" y="38"/>
                  </a:moveTo>
                  <a:lnTo>
                    <a:pt x="43" y="81"/>
                  </a:lnTo>
                  <a:lnTo>
                    <a:pt x="127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0" name="Line 35"/>
            <p:cNvSpPr>
              <a:spLocks noChangeShapeType="1"/>
            </p:cNvSpPr>
            <p:nvPr/>
          </p:nvSpPr>
          <p:spPr bwMode="gray">
            <a:xfrm>
              <a:off x="2929" y="1779"/>
              <a:ext cx="214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1" name="Line 36"/>
            <p:cNvSpPr>
              <a:spLocks noChangeShapeType="1"/>
            </p:cNvSpPr>
            <p:nvPr/>
          </p:nvSpPr>
          <p:spPr bwMode="gray">
            <a:xfrm>
              <a:off x="2929" y="1867"/>
              <a:ext cx="132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2" name="Freeform 37"/>
            <p:cNvSpPr/>
            <p:nvPr/>
          </p:nvSpPr>
          <p:spPr bwMode="gray">
            <a:xfrm>
              <a:off x="2664" y="1752"/>
              <a:ext cx="173" cy="172"/>
            </a:xfrm>
            <a:custGeom>
              <a:avLst/>
              <a:gdLst>
                <a:gd name="T0" fmla="*/ 173 w 173"/>
                <a:gd name="T1" fmla="*/ 172 h 172"/>
                <a:gd name="T2" fmla="*/ 0 w 173"/>
                <a:gd name="T3" fmla="*/ 172 h 172"/>
                <a:gd name="T4" fmla="*/ 0 w 173"/>
                <a:gd name="T5" fmla="*/ 0 h 172"/>
                <a:gd name="T6" fmla="*/ 72 w 173"/>
                <a:gd name="T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172">
                  <a:moveTo>
                    <a:pt x="173" y="172"/>
                  </a:moveTo>
                  <a:lnTo>
                    <a:pt x="0" y="172"/>
                  </a:lnTo>
                  <a:lnTo>
                    <a:pt x="0" y="0"/>
                  </a:lnTo>
                  <a:lnTo>
                    <a:pt x="72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3" name="Freeform 38"/>
            <p:cNvSpPr/>
            <p:nvPr/>
          </p:nvSpPr>
          <p:spPr bwMode="gray">
            <a:xfrm>
              <a:off x="2741" y="1771"/>
              <a:ext cx="127" cy="82"/>
            </a:xfrm>
            <a:custGeom>
              <a:avLst/>
              <a:gdLst>
                <a:gd name="T0" fmla="*/ 0 w 127"/>
                <a:gd name="T1" fmla="*/ 39 h 82"/>
                <a:gd name="T2" fmla="*/ 43 w 127"/>
                <a:gd name="T3" fmla="*/ 82 h 82"/>
                <a:gd name="T4" fmla="*/ 127 w 127"/>
                <a:gd name="T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82">
                  <a:moveTo>
                    <a:pt x="0" y="39"/>
                  </a:moveTo>
                  <a:lnTo>
                    <a:pt x="43" y="82"/>
                  </a:lnTo>
                  <a:lnTo>
                    <a:pt x="127" y="0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4" name="Line 39"/>
            <p:cNvSpPr>
              <a:spLocks noChangeShapeType="1"/>
            </p:cNvSpPr>
            <p:nvPr/>
          </p:nvSpPr>
          <p:spPr bwMode="gray">
            <a:xfrm>
              <a:off x="2929" y="1471"/>
              <a:ext cx="214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5" name="Line 40"/>
            <p:cNvSpPr>
              <a:spLocks noChangeShapeType="1"/>
            </p:cNvSpPr>
            <p:nvPr/>
          </p:nvSpPr>
          <p:spPr bwMode="gray">
            <a:xfrm>
              <a:off x="2929" y="1559"/>
              <a:ext cx="132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32C534C0-543A-4FB4-8285-BAB35C2FD72F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6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682470644"/>
      </p:ext>
    </p:extLst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80147" y="1428433"/>
            <a:ext cx="476201" cy="476102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 bwMode="gray">
          <a:xfrm>
            <a:off x="38001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39"/>
          <p:cNvSpPr>
            <a:spLocks noGrp="1"/>
          </p:cNvSpPr>
          <p:nvPr>
            <p:ph type="body" sz="quarter" idx="14"/>
          </p:nvPr>
        </p:nvSpPr>
        <p:spPr bwMode="gray">
          <a:xfrm>
            <a:off x="380960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39"/>
          <p:cNvSpPr>
            <a:spLocks noGrp="1"/>
          </p:cNvSpPr>
          <p:nvPr>
            <p:ph type="body" sz="quarter" idx="15"/>
          </p:nvPr>
        </p:nvSpPr>
        <p:spPr bwMode="gray">
          <a:xfrm>
            <a:off x="7239197" y="2286700"/>
            <a:ext cx="3049574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809607" y="1428302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7" name="Picture Placeholder 4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7239197" y="1428302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3EA3F75-2C19-44AA-82C6-28435DDBC31A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437457383"/>
      </p:ext>
    </p:extLst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3" name="Picture Placeholder 4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80147" y="1428433"/>
            <a:ext cx="476201" cy="476102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4" name="Picture Placeholder 4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238008" y="1428302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5" name="Picture Placeholder 4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096000" y="1428302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6" name="Text Placeholder 39"/>
          <p:cNvSpPr>
            <a:spLocks noGrp="1"/>
          </p:cNvSpPr>
          <p:nvPr>
            <p:ph type="body" sz="quarter" idx="13"/>
          </p:nvPr>
        </p:nvSpPr>
        <p:spPr bwMode="gray">
          <a:xfrm>
            <a:off x="380017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7" name="Text Placeholder 39"/>
          <p:cNvSpPr>
            <a:spLocks noGrp="1"/>
          </p:cNvSpPr>
          <p:nvPr>
            <p:ph type="body" sz="quarter" idx="14"/>
          </p:nvPr>
        </p:nvSpPr>
        <p:spPr bwMode="gray">
          <a:xfrm>
            <a:off x="3238008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" name="Text Placeholder 39"/>
          <p:cNvSpPr>
            <a:spLocks noGrp="1"/>
          </p:cNvSpPr>
          <p:nvPr>
            <p:ph type="body" sz="quarter" idx="15"/>
          </p:nvPr>
        </p:nvSpPr>
        <p:spPr bwMode="gray">
          <a:xfrm>
            <a:off x="6096000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9" name="Text Placeholder 39"/>
          <p:cNvSpPr>
            <a:spLocks noGrp="1"/>
          </p:cNvSpPr>
          <p:nvPr>
            <p:ph type="body" sz="quarter" idx="26"/>
          </p:nvPr>
        </p:nvSpPr>
        <p:spPr bwMode="gray">
          <a:xfrm>
            <a:off x="8953992" y="2286700"/>
            <a:ext cx="2476926" cy="3428251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0" name="Picture Placehold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8953992" y="1428302"/>
            <a:ext cx="476332" cy="476233"/>
          </a:xfrm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59E958EE-D908-4737-BF5A-BFF583DB333E}" type="datetime5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1" y="784272"/>
            <a:ext cx="10288641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549702263"/>
      </p:ext>
    </p:extLst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</a:rPr>
              <a:t>2023 fact program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80670" y="784272"/>
            <a:ext cx="10286542" cy="358028"/>
          </a:xfrm>
        </p:spPr>
        <p:txBody>
          <a:bodyPr/>
          <a:lstStyle>
            <a:lvl1pPr>
              <a:lnSpc>
                <a:spcPct val="75000"/>
              </a:lnSpc>
              <a:defRPr sz="2400" b="0" cap="all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471527417"/>
      </p:ext>
    </p:extLst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6948" indent="0" algn="ctr">
              <a:buNone/>
              <a:defRPr sz="2000"/>
            </a:lvl2pPr>
            <a:lvl3pPr marL="913896" indent="0" algn="ctr">
              <a:buNone/>
              <a:defRPr sz="1800"/>
            </a:lvl3pPr>
            <a:lvl4pPr marL="1371684" indent="0" algn="ctr">
              <a:buNone/>
              <a:defRPr sz="1600"/>
            </a:lvl4pPr>
            <a:lvl5pPr marL="1828632" indent="0" algn="ctr">
              <a:buNone/>
              <a:defRPr sz="1600"/>
            </a:lvl5pPr>
            <a:lvl6pPr marL="2285580" indent="0" algn="ctr">
              <a:buNone/>
              <a:defRPr sz="1600"/>
            </a:lvl6pPr>
            <a:lvl7pPr marL="2742528" indent="0" algn="ctr">
              <a:buNone/>
              <a:defRPr sz="1600"/>
            </a:lvl7pPr>
            <a:lvl8pPr marL="3200316" indent="0" algn="ctr">
              <a:buNone/>
              <a:defRPr sz="1600"/>
            </a:lvl8pPr>
            <a:lvl9pPr marL="365726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C1F2-D233-4C6F-A399-CBFEB8892C06}" type="datetimeFigureOut">
              <a:rPr lang="zh-CN" altLang="en-US">
                <a:solidFill>
                  <a:prstClr val="black"/>
                </a:solidFill>
              </a:rPr>
              <a:pPr/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80A5-B20F-44B7-B672-BECE88E142CC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532636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9" y="2118"/>
          <a:ext cx="2115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" name="think-cell Slide" r:id="rId4" imgW="12700" imgH="12700" progId="TCLayout.ActiveDocument.1">
                  <p:embed/>
                </p:oleObj>
              </mc:Choice>
              <mc:Fallback>
                <p:oleObj name="think-cell Slide" r:id="rId4" imgW="12700" imgH="127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5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 bwMode="gray">
          <a:xfrm>
            <a:off x="380148" y="382169"/>
            <a:ext cx="6477896" cy="7601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fld id="{DBBB8599-6AC5-40A0-88B4-D0530B26D1F6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/>
                </a:solidFill>
              </a:rPr>
              <a:t>FOOTER / PRESENTATION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31012" y="6477934"/>
            <a:ext cx="768349" cy="38412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 defTabSz="1228048" fontAlgn="auto">
              <a:spcBef>
                <a:spcPts val="0"/>
              </a:spcBef>
              <a:spcAft>
                <a:spcPts val="0"/>
              </a:spcAft>
              <a:buClrTx/>
              <a:defRPr sz="800" b="1" i="0" cap="all" baseline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srgbClr val="545458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5454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422026"/>
      </p:ext>
    </p:extLst>
  </p:cSld>
  <p:clrMapOvr>
    <a:masterClrMapping/>
  </p:clrMapOvr>
  <p:transition spd="med"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defRPr/>
            </a:pPr>
            <a:fld id="{FB7B0B17-F58B-410D-B684-157753F507EF}" type="datetime5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/>
                </a:solidFill>
              </a:rPr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794206"/>
      </p:ext>
    </p:extLst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>
              <a:defRPr/>
            </a:pPr>
            <a:fld id="{3AE29693-8D4C-49B8-B06C-F5AE55EE2058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>
                <a:solidFill>
                  <a:prstClr val="black"/>
                </a:solidFill>
              </a:rPr>
              <a:t>FOOTER / PRESENTATION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73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3" y="2131487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12"/>
            <a:ext cx="8534401" cy="17526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24530-7838-40B8-B665-5942BB29CD05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860CD-2B03-41F1-969C-CDA3963CF9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8777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>
            <a:cxnSpLocks/>
          </p:cNvCxnSpPr>
          <p:nvPr userDrawn="1"/>
        </p:nvCxnSpPr>
        <p:spPr>
          <a:xfrm>
            <a:off x="91017" y="596900"/>
            <a:ext cx="12054416" cy="0"/>
          </a:xfrm>
          <a:prstGeom prst="line">
            <a:avLst/>
          </a:prstGeom>
          <a:ln w="9525">
            <a:solidFill>
              <a:srgbClr val="D778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2400"/>
          <p:cNvSpPr>
            <a:spLocks noChangeArrowheads="1"/>
          </p:cNvSpPr>
          <p:nvPr userDrawn="1"/>
        </p:nvSpPr>
        <p:spPr bwMode="auto">
          <a:xfrm>
            <a:off x="10056298" y="6405033"/>
            <a:ext cx="2087033" cy="347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80009" tIns="80009" rIns="80009" bIns="80009">
            <a:spAutoFit/>
          </a:bodyPr>
          <a:lstStyle>
            <a:lvl1pPr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55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55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dirty="0">
                <a:solidFill>
                  <a:srgbClr val="FF9300"/>
                </a:solidFill>
                <a:sym typeface="Helvetica Light"/>
              </a:rPr>
              <a:t>To be the most reliable partner</a:t>
            </a: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7218" y="67737"/>
            <a:ext cx="450849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22237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8" y="4406913"/>
            <a:ext cx="10363200" cy="1363133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8" y="2906185"/>
            <a:ext cx="10363200" cy="1500716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13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25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738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65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563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47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389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302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FE7154-366C-499E-9846-3D64F00DC322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1D7C7-5954-4D99-80A5-5330C6CD052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23231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14"/>
            <a:ext cx="5384800" cy="4525433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14"/>
            <a:ext cx="5384800" cy="4525433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29516-305E-41F9-B609-1008D0F6175F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C51AE-9C20-4434-8E20-2D09DD039A4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55868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4597"/>
            <a:ext cx="5386916" cy="641349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609130" indent="0">
              <a:buNone/>
              <a:defRPr sz="2700" b="1"/>
            </a:lvl2pPr>
            <a:lvl3pPr marL="1218258" indent="0">
              <a:buNone/>
              <a:defRPr sz="2400" b="1"/>
            </a:lvl3pPr>
            <a:lvl4pPr marL="1827384" indent="0">
              <a:buNone/>
              <a:defRPr sz="2100" b="1"/>
            </a:lvl4pPr>
            <a:lvl5pPr marL="2436513" indent="0">
              <a:buNone/>
              <a:defRPr sz="2100" b="1"/>
            </a:lvl5pPr>
            <a:lvl6pPr marL="3045638" indent="0">
              <a:buNone/>
              <a:defRPr sz="2100" b="1"/>
            </a:lvl6pPr>
            <a:lvl7pPr marL="3654772" indent="0">
              <a:buNone/>
              <a:defRPr sz="2100" b="1"/>
            </a:lvl7pPr>
            <a:lvl8pPr marL="4263899" indent="0">
              <a:buNone/>
              <a:defRPr sz="2100" b="1"/>
            </a:lvl8pPr>
            <a:lvl9pPr marL="4873026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5937"/>
            <a:ext cx="5386916" cy="3949700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1" y="1534597"/>
            <a:ext cx="5389033" cy="641349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609130" indent="0">
              <a:buNone/>
              <a:defRPr sz="2700" b="1"/>
            </a:lvl2pPr>
            <a:lvl3pPr marL="1218258" indent="0">
              <a:buNone/>
              <a:defRPr sz="2400" b="1"/>
            </a:lvl3pPr>
            <a:lvl4pPr marL="1827384" indent="0">
              <a:buNone/>
              <a:defRPr sz="2100" b="1"/>
            </a:lvl4pPr>
            <a:lvl5pPr marL="2436513" indent="0">
              <a:buNone/>
              <a:defRPr sz="2100" b="1"/>
            </a:lvl5pPr>
            <a:lvl6pPr marL="3045638" indent="0">
              <a:buNone/>
              <a:defRPr sz="2100" b="1"/>
            </a:lvl6pPr>
            <a:lvl7pPr marL="3654772" indent="0">
              <a:buNone/>
              <a:defRPr sz="2100" b="1"/>
            </a:lvl7pPr>
            <a:lvl8pPr marL="4263899" indent="0">
              <a:buNone/>
              <a:defRPr sz="2100" b="1"/>
            </a:lvl8pPr>
            <a:lvl9pPr marL="4873026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1" y="2175937"/>
            <a:ext cx="5389033" cy="3949700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C09515-7087-4BD4-A001-2EAF1098A40C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85E22-FEFD-4C47-A4FA-78898DCFB41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87577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9D401-1625-4225-9261-75C6C3A93CEF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565DDB-2CD4-4399-AA08-B187E664C45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38941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E6A35F-5615-4B80-98C5-2A4C5E3FA64A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57EE0-107B-43A4-ADCF-5BF0DA52A36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03126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4"/>
            <a:ext cx="6815667" cy="5852583"/>
          </a:xfrm>
        </p:spPr>
        <p:txBody>
          <a:bodyPr/>
          <a:lstStyle>
            <a:lvl1pPr>
              <a:defRPr sz="4400"/>
            </a:lvl1pPr>
            <a:lvl2pPr>
              <a:defRPr sz="37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900"/>
            </a:lvl1pPr>
            <a:lvl2pPr marL="609130" indent="0">
              <a:buNone/>
              <a:defRPr sz="1600"/>
            </a:lvl2pPr>
            <a:lvl3pPr marL="1218258" indent="0">
              <a:buNone/>
              <a:defRPr sz="1300"/>
            </a:lvl3pPr>
            <a:lvl4pPr marL="1827384" indent="0">
              <a:buNone/>
              <a:defRPr sz="1200"/>
            </a:lvl4pPr>
            <a:lvl5pPr marL="2436513" indent="0">
              <a:buNone/>
              <a:defRPr sz="1200"/>
            </a:lvl5pPr>
            <a:lvl6pPr marL="3045638" indent="0">
              <a:buNone/>
              <a:defRPr sz="1200"/>
            </a:lvl6pPr>
            <a:lvl7pPr marL="3654772" indent="0">
              <a:buNone/>
              <a:defRPr sz="1200"/>
            </a:lvl7pPr>
            <a:lvl8pPr marL="4263899" indent="0">
              <a:buNone/>
              <a:defRPr sz="1200"/>
            </a:lvl8pPr>
            <a:lvl9pPr marL="4873026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47BF9-B8C6-4BEC-B0F4-3CC14FB1EFEB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742EF6-F3E9-4877-B4F7-108C1BE63E0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7070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0"/>
            <a:ext cx="7315200" cy="567267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3833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400"/>
            </a:lvl1pPr>
            <a:lvl2pPr marL="609130" indent="0">
              <a:buNone/>
              <a:defRPr sz="3700"/>
            </a:lvl2pPr>
            <a:lvl3pPr marL="1218258" indent="0">
              <a:buNone/>
              <a:defRPr sz="3100"/>
            </a:lvl3pPr>
            <a:lvl4pPr marL="1827384" indent="0">
              <a:buNone/>
              <a:defRPr sz="2700"/>
            </a:lvl4pPr>
            <a:lvl5pPr marL="2436513" indent="0">
              <a:buNone/>
              <a:defRPr sz="2700"/>
            </a:lvl5pPr>
            <a:lvl6pPr marL="3045638" indent="0">
              <a:buNone/>
              <a:defRPr sz="2700"/>
            </a:lvl6pPr>
            <a:lvl7pPr marL="3654772" indent="0">
              <a:buNone/>
              <a:defRPr sz="2700"/>
            </a:lvl7pPr>
            <a:lvl8pPr marL="4263899" indent="0">
              <a:buNone/>
              <a:defRPr sz="2700"/>
            </a:lvl8pPr>
            <a:lvl9pPr marL="4873026" indent="0">
              <a:buNone/>
              <a:defRPr sz="27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867"/>
            <a:ext cx="7315200" cy="804333"/>
          </a:xfrm>
        </p:spPr>
        <p:txBody>
          <a:bodyPr/>
          <a:lstStyle>
            <a:lvl1pPr marL="0" indent="0">
              <a:buNone/>
              <a:defRPr sz="1900"/>
            </a:lvl1pPr>
            <a:lvl2pPr marL="609130" indent="0">
              <a:buNone/>
              <a:defRPr sz="1600"/>
            </a:lvl2pPr>
            <a:lvl3pPr marL="1218258" indent="0">
              <a:buNone/>
              <a:defRPr sz="1300"/>
            </a:lvl3pPr>
            <a:lvl4pPr marL="1827384" indent="0">
              <a:buNone/>
              <a:defRPr sz="1200"/>
            </a:lvl4pPr>
            <a:lvl5pPr marL="2436513" indent="0">
              <a:buNone/>
              <a:defRPr sz="1200"/>
            </a:lvl5pPr>
            <a:lvl6pPr marL="3045638" indent="0">
              <a:buNone/>
              <a:defRPr sz="1200"/>
            </a:lvl6pPr>
            <a:lvl7pPr marL="3654772" indent="0">
              <a:buNone/>
              <a:defRPr sz="1200"/>
            </a:lvl7pPr>
            <a:lvl8pPr marL="4263899" indent="0">
              <a:buNone/>
              <a:defRPr sz="1200"/>
            </a:lvl8pPr>
            <a:lvl9pPr marL="4873026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174B96-21BD-4945-B4C7-33A97A10571E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902C3-E437-4BD7-B2E7-4D42148D4A5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342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24E53A-9982-4F82-A31F-F886C765B3FE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31BAB-A198-4915-B534-96F550EDE0E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20238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3" y="275171"/>
            <a:ext cx="2743200" cy="58504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13" y="275171"/>
            <a:ext cx="8026399" cy="58504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1DACBD-1AE5-41DB-8EF7-B00202EC9CF9}" type="datetimeFigureOut">
              <a:rPr lang="zh-CN" altLang="en-US"/>
              <a:pPr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1D272B-052D-4EDC-9DFE-6EA41188335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858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59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54.xml"/><Relationship Id="rId42" Type="http://schemas.openxmlformats.org/officeDocument/2006/relationships/theme" Target="../theme/theme5.xml"/><Relationship Id="rId47" Type="http://schemas.openxmlformats.org/officeDocument/2006/relationships/image" Target="../media/image6.png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58.xml"/><Relationship Id="rId46" Type="http://schemas.openxmlformats.org/officeDocument/2006/relationships/image" Target="../media/image5.emf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9.xml"/><Relationship Id="rId41" Type="http://schemas.openxmlformats.org/officeDocument/2006/relationships/slideLayout" Target="../slideLayouts/slideLayout61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6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28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51.xml"/><Relationship Id="rId44" Type="http://schemas.openxmlformats.org/officeDocument/2006/relationships/tags" Target="../tags/tag1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55.xml"/><Relationship Id="rId43" Type="http://schemas.openxmlformats.org/officeDocument/2006/relationships/vmlDrawing" Target="../drawings/vmlDrawing1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95.xml"/><Relationship Id="rId42" Type="http://schemas.openxmlformats.org/officeDocument/2006/relationships/theme" Target="../theme/theme6.xml"/><Relationship Id="rId47" Type="http://schemas.openxmlformats.org/officeDocument/2006/relationships/image" Target="../media/image6.png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99.xml"/><Relationship Id="rId46" Type="http://schemas.openxmlformats.org/officeDocument/2006/relationships/image" Target="../media/image5.emf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8.xml"/><Relationship Id="rId40" Type="http://schemas.openxmlformats.org/officeDocument/2006/relationships/slideLayout" Target="../slideLayouts/slideLayout101.xml"/><Relationship Id="rId45" Type="http://schemas.openxmlformats.org/officeDocument/2006/relationships/oleObject" Target="../embeddings/oleObject3.bin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36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92.xml"/><Relationship Id="rId44" Type="http://schemas.openxmlformats.org/officeDocument/2006/relationships/tags" Target="../tags/tag3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6.xml"/><Relationship Id="rId43" Type="http://schemas.openxmlformats.org/officeDocument/2006/relationships/vmlDrawing" Target="../drawings/vmlDrawing3.v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285" y="274579"/>
            <a:ext cx="10973436" cy="1142736"/>
          </a:xfrm>
          <a:prstGeom prst="rect">
            <a:avLst/>
          </a:prstGeom>
        </p:spPr>
        <p:txBody>
          <a:bodyPr vert="horz" lIns="91316" tIns="45657" rIns="91316" bIns="4565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285" y="1599847"/>
            <a:ext cx="10973436" cy="4526503"/>
          </a:xfrm>
          <a:prstGeom prst="rect">
            <a:avLst/>
          </a:prstGeom>
        </p:spPr>
        <p:txBody>
          <a:bodyPr vert="horz" lIns="91316" tIns="45657" rIns="91316" bIns="45657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285" y="6356468"/>
            <a:ext cx="2844907" cy="365040"/>
          </a:xfrm>
          <a:prstGeom prst="rect">
            <a:avLst/>
          </a:prstGeom>
        </p:spPr>
        <p:txBody>
          <a:bodyPr vert="horz" lIns="91316" tIns="45657" rIns="91316" bIns="4565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5925" fontAlgn="base">
              <a:spcBef>
                <a:spcPct val="0"/>
              </a:spcBef>
              <a:spcAft>
                <a:spcPct val="0"/>
              </a:spcAft>
            </a:pPr>
            <a:fld id="{E40B6F73-68AE-4ED3-B042-113170328EB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Franklin Gothic Book" pitchFamily="34" charset="0"/>
              </a:rPr>
              <a:pPr defTabSz="1085925" fontAlgn="base">
                <a:spcBef>
                  <a:spcPct val="0"/>
                </a:spcBef>
                <a:spcAft>
                  <a:spcPct val="0"/>
                </a:spcAft>
              </a:pPr>
              <a:t>2023/10/19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Franklin Gothic Book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19" y="6356468"/>
            <a:ext cx="3861964" cy="365040"/>
          </a:xfrm>
          <a:prstGeom prst="rect">
            <a:avLst/>
          </a:prstGeom>
        </p:spPr>
        <p:txBody>
          <a:bodyPr vert="horz" lIns="91316" tIns="45657" rIns="91316" bIns="4565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5925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Franklin Gothic Book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832" y="6356468"/>
            <a:ext cx="2844905" cy="365040"/>
          </a:xfrm>
          <a:prstGeom prst="rect">
            <a:avLst/>
          </a:prstGeom>
        </p:spPr>
        <p:txBody>
          <a:bodyPr vert="horz" lIns="91316" tIns="45657" rIns="91316" bIns="4565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5925" fontAlgn="base">
              <a:spcBef>
                <a:spcPct val="0"/>
              </a:spcBef>
              <a:spcAft>
                <a:spcPct val="0"/>
              </a:spcAft>
            </a:pPr>
            <a:fld id="{BACBC755-8F5C-44D9-8F28-674B94C09429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Franklin Gothic Book" pitchFamily="34" charset="0"/>
              </a:rPr>
              <a:pPr defTabSz="1085925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Franklin Gothic Book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398" y="117402"/>
            <a:ext cx="2028743" cy="7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7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4047" r:id="rId3"/>
  </p:sldLayoutIdLst>
  <p:txStyles>
    <p:titleStyle>
      <a:lvl1pPr algn="ctr" defTabSz="91312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427" indent="-342427" algn="l" defTabSz="913127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1915" indent="-285354" algn="l" defTabSz="91312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09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7974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4537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1100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67668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4231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0793" indent="-228283" algn="l" defTabSz="9131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1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27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3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58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15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82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47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14" algn="l" defTabSz="91312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13" y="275167"/>
            <a:ext cx="1097280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17" tIns="60907" rIns="121817" bIns="609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13" y="1600215"/>
            <a:ext cx="10972801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17" tIns="60907" rIns="121817" bIns="609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65"/>
            <a:ext cx="2844800" cy="366183"/>
          </a:xfrm>
          <a:prstGeom prst="rect">
            <a:avLst/>
          </a:prstGeom>
        </p:spPr>
        <p:txBody>
          <a:bodyPr vert="horz" wrap="square" lIns="121817" tIns="60907" rIns="121817" bIns="6090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defTabSz="913651" fontAlgn="base">
              <a:spcBef>
                <a:spcPct val="0"/>
              </a:spcBef>
              <a:spcAft>
                <a:spcPct val="0"/>
              </a:spcAft>
            </a:pPr>
            <a:fld id="{C9C746D1-8F72-49F9-8ED2-D64498838686}" type="datetimeFigureOut">
              <a:rPr lang="zh-CN" altLang="en-US" smtClean="0"/>
              <a:pPr defTabSz="913651" fontAlgn="base">
                <a:spcBef>
                  <a:spcPct val="0"/>
                </a:spcBef>
                <a:spcAft>
                  <a:spcPct val="0"/>
                </a:spcAft>
              </a:pPr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65"/>
            <a:ext cx="3860800" cy="366183"/>
          </a:xfrm>
          <a:prstGeom prst="rect">
            <a:avLst/>
          </a:prstGeom>
        </p:spPr>
        <p:txBody>
          <a:bodyPr vert="horz" wrap="square" lIns="121817" tIns="60907" rIns="121817" bIns="6090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defTabSz="913651" fontAlgn="base">
              <a:spcBef>
                <a:spcPct val="0"/>
              </a:spcBef>
              <a:spcAft>
                <a:spcPct val="0"/>
              </a:spcAft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65"/>
            <a:ext cx="2844800" cy="366183"/>
          </a:xfrm>
          <a:prstGeom prst="rect">
            <a:avLst/>
          </a:prstGeom>
        </p:spPr>
        <p:txBody>
          <a:bodyPr vert="horz" wrap="square" lIns="121817" tIns="60907" rIns="121817" bIns="6090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defTabSz="913651" fontAlgn="base">
              <a:spcBef>
                <a:spcPct val="0"/>
              </a:spcBef>
              <a:spcAft>
                <a:spcPct val="0"/>
              </a:spcAft>
            </a:pPr>
            <a:fld id="{30A89606-11B7-472E-9667-4D5FAFF4F1E0}" type="slidenum">
              <a:rPr lang="zh-CN" altLang="en-US" smtClean="0"/>
              <a:pPr defTabSz="913651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88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SimSun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5pPr>
      <a:lvl6pPr marL="60908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1817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2725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36347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6815" indent="-45681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4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1pPr>
      <a:lvl2pPr marL="989766" indent="-38067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2pPr>
      <a:lvl3pPr marL="1522717" indent="-30454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3pPr>
      <a:lvl4pPr marL="2131806" indent="-30454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4pPr>
      <a:lvl5pPr marL="2740891" indent="-30454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5pPr>
      <a:lvl6pPr marL="3349979" indent="-304545" algn="l" defTabSz="12181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9064" indent="-304545" algn="l" defTabSz="12181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8147" indent="-304545" algn="l" defTabSz="12181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7243" indent="-304545" algn="l" defTabSz="12181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089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175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259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347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430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4523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3609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2694" algn="l" defTabSz="12181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80673" y="381456"/>
            <a:ext cx="10286541" cy="3809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80671" y="1524282"/>
            <a:ext cx="8001488" cy="4571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 </a:t>
            </a:r>
            <a:endParaRPr lang="en-US"/>
          </a:p>
          <a:p>
            <a:pPr lvl="1"/>
            <a:r>
              <a:rPr lang="en-US" noProof="0"/>
              <a:t>Second level </a:t>
            </a:r>
            <a:endParaRPr lang="en-US"/>
          </a:p>
          <a:p>
            <a:pPr lvl="2"/>
            <a:r>
              <a:rPr lang="en-US" noProof="0"/>
              <a:t>Third level </a:t>
            </a:r>
            <a:endParaRPr lang="en-US"/>
          </a:p>
          <a:p>
            <a:pPr lvl="3"/>
            <a:r>
              <a:rPr lang="en-US" noProof="0"/>
              <a:t>Fourth level </a:t>
            </a:r>
            <a:endParaRPr lang="en-US"/>
          </a:p>
          <a:p>
            <a:pPr lvl="4"/>
            <a:r>
              <a:rPr lang="en-US" noProof="0"/>
              <a:t>Fifth level </a:t>
            </a:r>
            <a:endParaRPr lang="en-US"/>
          </a:p>
          <a:p>
            <a:pPr marL="0" lvl="5" indent="0" algn="l" defTabSz="1217819" rtl="0" eaLnBrk="1" latinLnBrk="0" hangingPunct="1">
              <a:lnSpc>
                <a:spcPct val="75000"/>
              </a:lnSpc>
              <a:spcBef>
                <a:spcPts val="1587"/>
              </a:spcBef>
              <a:spcAft>
                <a:spcPts val="793"/>
              </a:spcAft>
              <a:buClrTx/>
              <a:buSzPct val="90000"/>
              <a:buFont typeface="Wingdings" pitchFamily="2" charset="2"/>
              <a:buNone/>
              <a:tabLst>
                <a:tab pos="1308730" algn="l"/>
              </a:tabLst>
            </a:pPr>
            <a:r>
              <a:rPr lang="en-US" noProof="0"/>
              <a:t>SIXTH LEVEL</a:t>
            </a:r>
            <a:endParaRPr lang="en-US"/>
          </a:p>
          <a:p>
            <a:pPr lvl="6"/>
            <a:r>
              <a:rPr lang="en-US" noProof="0"/>
              <a:t>Seventh Level</a:t>
            </a:r>
            <a:endParaRPr lang="en-US"/>
          </a:p>
          <a:p>
            <a:pPr lvl="7"/>
            <a:r>
              <a:rPr lang="en-US" noProof="0" err="1"/>
              <a:t>Eighth</a:t>
            </a:r>
            <a:r>
              <a:rPr lang="en-US" noProof="0"/>
              <a:t> Level</a:t>
            </a:r>
            <a:endParaRPr lang="en-US"/>
          </a:p>
          <a:p>
            <a:pPr lvl="8"/>
            <a:r>
              <a:rPr lang="en-US" noProof="0" err="1"/>
              <a:t>Ninth</a:t>
            </a:r>
            <a:r>
              <a:rPr lang="en-US" noProof="0"/>
              <a:t>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29610" y="6476952"/>
            <a:ext cx="381742" cy="381063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r" defTabSz="1217744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defRPr sz="800" b="0" i="0" cap="all" spc="40" baseline="0">
                <a:solidFill>
                  <a:schemeClr val="tx1"/>
                </a:solidFill>
                <a:latin typeface="+mj-lt"/>
                <a:ea typeface="AdihausDIN" panose="020B0504020101020102" pitchFamily="34" charset="0"/>
                <a:cs typeface="AdihausDIN" panose="020B0504020101020102" pitchFamily="34" charset="0"/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1216876727" name="image" descr="{&quot;templafy&quot;:{&quot;id&quot;:&quot;6b1175eb-b31f-481c-8f3e-a91e7b9a5065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44" y="6476048"/>
            <a:ext cx="476279" cy="303023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="" xmlns:a16="http://schemas.microsoft.com/office/drawing/2014/main" id="{1E8CBCB4-873D-4F55-8E7E-03C1A4A21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2720" y="6477934"/>
            <a:ext cx="8764203" cy="37999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lvl1pPr>
              <a:defRPr lang="en-US" sz="800" b="0" i="0" cap="all" spc="40" baseline="0" smtClean="0">
                <a:latin typeface="+mj-lt"/>
                <a:ea typeface="AdihausDIN" panose="020B0504020101020102" pitchFamily="34" charset="0"/>
                <a:cs typeface="AdihausDIN" panose="020B0504020101020102" pitchFamily="34" charset="0"/>
              </a:defRPr>
            </a:lvl1pPr>
          </a:lstStyle>
          <a:p>
            <a:pPr defTabSz="121774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9" name="Date Placeholder 7">
            <a:extLst>
              <a:ext uri="{FF2B5EF4-FFF2-40B4-BE49-F238E27FC236}">
                <a16:creationId xmlns="" xmlns:a16="http://schemas.microsoft.com/office/drawing/2014/main" id="{C5FB049E-2704-434F-8B64-8A45DB400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69311" y="6476883"/>
            <a:ext cx="762395" cy="38111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80000"/>
              </a:lnSpc>
              <a:defRPr lang="en-US" sz="800" b="0" i="0" kern="1200" cap="all" spc="40" baseline="0" smtClean="0">
                <a:solidFill>
                  <a:schemeClr val="tx1"/>
                </a:solidFill>
                <a:latin typeface="+mj-lt"/>
                <a:ea typeface="AdihausDIN" panose="020B0504020101020102" pitchFamily="34" charset="0"/>
                <a:cs typeface="AdihausDIN" panose="020B0504020101020102" pitchFamily="34" charset="0"/>
              </a:defRPr>
            </a:lvl1pPr>
          </a:lstStyle>
          <a:p>
            <a:pPr defTabSz="1215659" fontAlgn="base">
              <a:spcBef>
                <a:spcPct val="0"/>
              </a:spcBef>
              <a:spcAft>
                <a:spcPct val="0"/>
              </a:spcAft>
            </a:pPr>
            <a:fld id="{223F8D9E-A273-4893-85AB-0F3211F238E9}" type="datetime5">
              <a:rPr lang="en-US" altLang="zh-CN" smtClean="0">
                <a:solidFill>
                  <a:prstClr val="black"/>
                </a:solidFill>
              </a:rPr>
              <a:pPr defTabSz="1215659" fontAlgn="base">
                <a:spcBef>
                  <a:spcPct val="0"/>
                </a:spcBef>
                <a:spcAft>
                  <a:spcPct val="0"/>
                </a:spcAft>
              </a:pPr>
              <a:t>19-Oct-23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71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transition>
    <p:fade/>
  </p:transition>
  <p:hf hdr="0"/>
  <p:txStyles>
    <p:titleStyle>
      <a:lvl1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100" b="1" i="0" kern="1200" cap="all" spc="25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2pPr>
      <a:lvl3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3pPr>
      <a:lvl4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4pPr>
      <a:lvl5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5pPr>
      <a:lvl6pPr algn="l" rtl="0" eaLnBrk="1" hangingPunct="1">
        <a:lnSpc>
          <a:spcPct val="75000"/>
        </a:lnSpc>
        <a:defRPr sz="3700" b="1" kern="1200" cap="all" spc="25" baseline="0">
          <a:latin typeface="+mj-lt"/>
        </a:defRPr>
      </a:lvl6pPr>
      <a:lvl7pPr algn="l" rtl="0" eaLnBrk="1" hangingPunct="1">
        <a:lnSpc>
          <a:spcPct val="75000"/>
        </a:lnSpc>
        <a:defRPr sz="3700" b="1" kern="1200" cap="all" spc="25" baseline="0">
          <a:latin typeface="+mj-lt"/>
        </a:defRPr>
      </a:lvl7pPr>
      <a:lvl8pPr algn="l" rtl="0" eaLnBrk="1" hangingPunct="1">
        <a:lnSpc>
          <a:spcPct val="75000"/>
        </a:lnSpc>
        <a:defRPr sz="3700" b="1" kern="1200" cap="all" spc="25" baseline="0">
          <a:latin typeface="+mj-lt"/>
        </a:defRPr>
      </a:lvl8pPr>
      <a:lvl9pPr algn="l" eaLnBrk="1" hangingPunct="1">
        <a:lnSpc>
          <a:spcPct val="75000"/>
        </a:lnSpc>
        <a:defRPr sz="3700" b="1" kern="1200" cap="all" spc="25" baseline="0">
          <a:latin typeface="+mj-lt"/>
        </a:defRPr>
      </a:lvl9pPr>
    </p:titleStyle>
    <p:bodyStyle>
      <a:lvl1pPr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AdihausDIN" pitchFamily="34" charset="0"/>
        <a:defRPr sz="1600" kern="120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1pPr>
      <a:lvl2pPr marL="238901" indent="-238901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Wingdings" pitchFamily="2" charset="2"/>
        <a:buChar char="§"/>
        <a:defRPr sz="1600" kern="1200" cap="none" baseline="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2pPr>
      <a:lvl3pPr marL="239715" indent="-239715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3pPr>
      <a:lvl4pPr marL="473578" indent="-238901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AdihausDIN" panose="020B0504020101020102" pitchFamily="34" charset="0"/>
        <a:buChar char="–"/>
        <a:defRPr sz="1600" kern="1200" cap="none" baseline="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4pPr>
      <a:lvl5pPr marL="477804" indent="-238901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+mj-lt"/>
        <a:buAutoNum type="alphaLcPeriod"/>
        <a:tabLst>
          <a:tab pos="1308678" algn="l"/>
        </a:tabLst>
        <a:defRPr sz="1600" kern="120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5pPr>
      <a:lvl6pPr marL="0" indent="0" algn="l" defTabSz="1217819" rtl="0" eaLnBrk="1" latinLnBrk="0" hangingPunct="1">
        <a:lnSpc>
          <a:spcPct val="75000"/>
        </a:lnSpc>
        <a:spcBef>
          <a:spcPts val="1587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8730" algn="l"/>
        </a:tabLst>
        <a:defRPr lang="en-US" sz="2400" b="1" i="0" kern="1200" cap="all" spc="25" baseline="0" noProof="0" dirty="0">
          <a:solidFill>
            <a:schemeClr val="tx1"/>
          </a:solidFill>
          <a:latin typeface="+mj-lt"/>
          <a:ea typeface="+mn-ea"/>
          <a:cs typeface="AdihausDIN" panose="020B0504020101020102" pitchFamily="34" charset="0"/>
        </a:defRPr>
      </a:lvl6pPr>
      <a:lvl7pPr marL="0" indent="0" algn="l" defTabSz="1217819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8730" algn="l"/>
        </a:tabLst>
        <a:defRPr sz="800" b="0" i="0" kern="1200" cap="none" baseline="0">
          <a:solidFill>
            <a:schemeClr val="tx2"/>
          </a:solidFill>
          <a:latin typeface="+mn-lt"/>
          <a:ea typeface="+mn-ea"/>
          <a:cs typeface="AdihausDIN" panose="020B0504020101020102" pitchFamily="34" charset="0"/>
        </a:defRPr>
      </a:lvl7pPr>
      <a:lvl8pPr marL="0" indent="0" algn="l" defTabSz="1217819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8730" algn="l"/>
        </a:tabLst>
        <a:defRPr sz="800" b="0" kern="1200">
          <a:solidFill>
            <a:schemeClr val="tx2"/>
          </a:solidFill>
          <a:latin typeface="AdihausDIN" panose="020B0504020101020102" pitchFamily="34" charset="0"/>
          <a:ea typeface="+mn-ea"/>
          <a:cs typeface="AdihausDIN" panose="020B0504020101020102" pitchFamily="34" charset="0"/>
        </a:defRPr>
      </a:lvl8pPr>
      <a:lvl9pPr marL="0" indent="0" algn="l" defTabSz="1217819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8730" algn="l"/>
        </a:tabLst>
        <a:defRPr sz="800" b="0" kern="1200">
          <a:solidFill>
            <a:schemeClr val="tx2"/>
          </a:solidFill>
          <a:latin typeface="AdihausDIN" panose="020B0504020101020102" pitchFamily="34" charset="0"/>
          <a:ea typeface="+mn-ea"/>
          <a:cs typeface="AdihausDIN" panose="020B0504020101020102" pitchFamily="34" charset="0"/>
        </a:defRPr>
      </a:lvl9pPr>
    </p:bodyStyle>
    <p:otherStyle>
      <a:defPPr>
        <a:defRPr lang="en-US"/>
      </a:defPPr>
      <a:lvl1pPr marL="0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14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819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727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638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541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455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367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1275" algn="l" defTabSz="12178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902">
          <p15:clr>
            <a:srgbClr val="F26B43"/>
          </p15:clr>
        </p15:guide>
        <p15:guide id="2" orient="horz" pos="1633">
          <p15:clr>
            <a:srgbClr val="F26B43"/>
          </p15:clr>
        </p15:guide>
        <p15:guide id="3" pos="2721">
          <p15:clr>
            <a:srgbClr val="F26B43"/>
          </p15:clr>
        </p15:guide>
        <p15:guide id="4" pos="2540">
          <p15:clr>
            <a:srgbClr val="F26B43"/>
          </p15:clr>
        </p15:guide>
        <p15:guide id="5" pos="2358">
          <p15:clr>
            <a:srgbClr val="F26B43"/>
          </p15:clr>
        </p15:guide>
        <p15:guide id="6" pos="2177">
          <p15:clr>
            <a:srgbClr val="F26B43"/>
          </p15:clr>
        </p15:guide>
        <p15:guide id="7" pos="1995">
          <p15:clr>
            <a:srgbClr val="F26B43"/>
          </p15:clr>
        </p15:guide>
        <p15:guide id="8" pos="1814">
          <p15:clr>
            <a:srgbClr val="F26B43"/>
          </p15:clr>
        </p15:guide>
        <p15:guide id="9" pos="1632">
          <p15:clr>
            <a:srgbClr val="F26B43"/>
          </p15:clr>
        </p15:guide>
        <p15:guide id="10" pos="1451">
          <p15:clr>
            <a:srgbClr val="F26B43"/>
          </p15:clr>
        </p15:guide>
        <p15:guide id="11" pos="1270">
          <p15:clr>
            <a:srgbClr val="F26B43"/>
          </p15:clr>
        </p15:guide>
        <p15:guide id="12" pos="1088">
          <p15:clr>
            <a:srgbClr val="F26B43"/>
          </p15:clr>
        </p15:guide>
        <p15:guide id="13" pos="907">
          <p15:clr>
            <a:srgbClr val="F26B43"/>
          </p15:clr>
        </p15:guide>
        <p15:guide id="14" pos="725">
          <p15:clr>
            <a:srgbClr val="F26B43"/>
          </p15:clr>
        </p15:guide>
        <p15:guide id="15" pos="544">
          <p15:clr>
            <a:srgbClr val="F26B43"/>
          </p15:clr>
        </p15:guide>
        <p15:guide id="16" pos="362">
          <p15:clr>
            <a:srgbClr val="F26B43"/>
          </p15:clr>
        </p15:guide>
        <p15:guide id="17" pos="181">
          <p15:clr>
            <a:srgbClr val="F26B43"/>
          </p15:clr>
        </p15:guide>
        <p15:guide id="18" pos="3084">
          <p15:clr>
            <a:srgbClr val="F26B43"/>
          </p15:clr>
        </p15:guide>
        <p15:guide id="19" pos="3265">
          <p15:clr>
            <a:srgbClr val="F26B43"/>
          </p15:clr>
        </p15:guide>
        <p15:guide id="20" pos="3447">
          <p15:clr>
            <a:srgbClr val="F26B43"/>
          </p15:clr>
        </p15:guide>
        <p15:guide id="21" pos="3810">
          <p15:clr>
            <a:srgbClr val="F26B43"/>
          </p15:clr>
        </p15:guide>
        <p15:guide id="22" pos="3628">
          <p15:clr>
            <a:srgbClr val="F26B43"/>
          </p15:clr>
        </p15:guide>
        <p15:guide id="23" pos="3991">
          <p15:clr>
            <a:srgbClr val="F26B43"/>
          </p15:clr>
        </p15:guide>
        <p15:guide id="24" pos="4173">
          <p15:clr>
            <a:srgbClr val="F26B43"/>
          </p15:clr>
        </p15:guide>
        <p15:guide id="25" pos="4354">
          <p15:clr>
            <a:srgbClr val="F26B43"/>
          </p15:clr>
        </p15:guide>
        <p15:guide id="26" pos="4535">
          <p15:clr>
            <a:srgbClr val="F26B43"/>
          </p15:clr>
        </p15:guide>
        <p15:guide id="27" pos="4717">
          <p15:clr>
            <a:srgbClr val="F26B43"/>
          </p15:clr>
        </p15:guide>
        <p15:guide id="28" pos="4898">
          <p15:clr>
            <a:srgbClr val="F26B43"/>
          </p15:clr>
        </p15:guide>
        <p15:guide id="29" pos="5080">
          <p15:clr>
            <a:srgbClr val="F26B43"/>
          </p15:clr>
        </p15:guide>
        <p15:guide id="30" pos="5261">
          <p15:clr>
            <a:srgbClr val="F26B43"/>
          </p15:clr>
        </p15:guide>
        <p15:guide id="31" pos="5443">
          <p15:clr>
            <a:srgbClr val="F26B43"/>
          </p15:clr>
        </p15:guide>
        <p15:guide id="32" pos="5624">
          <p15:clr>
            <a:srgbClr val="F26B43"/>
          </p15:clr>
        </p15:guide>
        <p15:guide id="33" orient="horz" pos="1452">
          <p15:clr>
            <a:srgbClr val="F26B43"/>
          </p15:clr>
        </p15:guide>
        <p15:guide id="34" orient="horz" pos="1270">
          <p15:clr>
            <a:srgbClr val="F26B43"/>
          </p15:clr>
        </p15:guide>
        <p15:guide id="35" orient="horz" pos="1089">
          <p15:clr>
            <a:srgbClr val="F26B43"/>
          </p15:clr>
        </p15:guide>
        <p15:guide id="36" orient="horz" pos="907">
          <p15:clr>
            <a:srgbClr val="F26B43"/>
          </p15:clr>
        </p15:guide>
        <p15:guide id="37" orient="horz" pos="726">
          <p15:clr>
            <a:srgbClr val="F26B43"/>
          </p15:clr>
        </p15:guide>
        <p15:guide id="38" orient="horz" pos="544">
          <p15:clr>
            <a:srgbClr val="F26B43"/>
          </p15:clr>
        </p15:guide>
        <p15:guide id="39" orient="horz" pos="363">
          <p15:clr>
            <a:srgbClr val="F26B43"/>
          </p15:clr>
        </p15:guide>
        <p15:guide id="40" orient="horz" pos="182">
          <p15:clr>
            <a:srgbClr val="F26B43"/>
          </p15:clr>
        </p15:guide>
        <p15:guide id="41" orient="horz" pos="1814">
          <p15:clr>
            <a:srgbClr val="F26B43"/>
          </p15:clr>
        </p15:guide>
        <p15:guide id="42" orient="horz" pos="1996">
          <p15:clr>
            <a:srgbClr val="F26B43"/>
          </p15:clr>
        </p15:guide>
        <p15:guide id="43" orient="horz" pos="2177">
          <p15:clr>
            <a:srgbClr val="F26B43"/>
          </p15:clr>
        </p15:guide>
        <p15:guide id="44" orient="horz" pos="2359">
          <p15:clr>
            <a:srgbClr val="F26B43"/>
          </p15:clr>
        </p15:guide>
        <p15:guide id="45" orient="horz" pos="2540">
          <p15:clr>
            <a:srgbClr val="F26B43"/>
          </p15:clr>
        </p15:guide>
        <p15:guide id="46" orient="horz" pos="2722">
          <p15:clr>
            <a:srgbClr val="F26B43"/>
          </p15:clr>
        </p15:guide>
        <p15:guide id="47" orient="horz" pos="2903">
          <p15:clr>
            <a:srgbClr val="F26B43"/>
          </p15:clr>
        </p15:guide>
        <p15:guide id="48" orient="horz" pos="308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80673" y="381456"/>
            <a:ext cx="10286541" cy="3809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80671" y="1524282"/>
            <a:ext cx="8001488" cy="4571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 </a:t>
            </a:r>
            <a:endParaRPr lang="en-US"/>
          </a:p>
          <a:p>
            <a:pPr lvl="1"/>
            <a:r>
              <a:rPr lang="en-US" noProof="0"/>
              <a:t>Second level </a:t>
            </a:r>
            <a:endParaRPr lang="en-US"/>
          </a:p>
          <a:p>
            <a:pPr lvl="2"/>
            <a:r>
              <a:rPr lang="en-US" noProof="0"/>
              <a:t>Third level </a:t>
            </a:r>
            <a:endParaRPr lang="en-US"/>
          </a:p>
          <a:p>
            <a:pPr lvl="3"/>
            <a:r>
              <a:rPr lang="en-US" noProof="0"/>
              <a:t>Fourth level </a:t>
            </a:r>
            <a:endParaRPr lang="en-US"/>
          </a:p>
          <a:p>
            <a:pPr lvl="4"/>
            <a:r>
              <a:rPr lang="en-US" noProof="0"/>
              <a:t>Fifth level </a:t>
            </a:r>
            <a:endParaRPr lang="en-US"/>
          </a:p>
          <a:p>
            <a:pPr marL="0" lvl="5" indent="0" algn="l" defTabSz="1218731" rtl="0" eaLnBrk="1" latinLnBrk="0" hangingPunct="1">
              <a:lnSpc>
                <a:spcPct val="75000"/>
              </a:lnSpc>
              <a:spcBef>
                <a:spcPts val="1587"/>
              </a:spcBef>
              <a:spcAft>
                <a:spcPts val="793"/>
              </a:spcAft>
              <a:buClrTx/>
              <a:buSzPct val="90000"/>
              <a:buFont typeface="Wingdings" pitchFamily="2" charset="2"/>
              <a:buNone/>
              <a:tabLst>
                <a:tab pos="1309714" algn="l"/>
              </a:tabLst>
            </a:pPr>
            <a:r>
              <a:rPr lang="en-US" noProof="0"/>
              <a:t>SIXTH LEVEL</a:t>
            </a:r>
            <a:endParaRPr lang="en-US"/>
          </a:p>
          <a:p>
            <a:pPr lvl="6"/>
            <a:r>
              <a:rPr lang="en-US" noProof="0"/>
              <a:t>Seventh Level</a:t>
            </a:r>
            <a:endParaRPr lang="en-US"/>
          </a:p>
          <a:p>
            <a:pPr lvl="7"/>
            <a:r>
              <a:rPr lang="en-US" noProof="0" err="1"/>
              <a:t>Eighth</a:t>
            </a:r>
            <a:r>
              <a:rPr lang="en-US" noProof="0"/>
              <a:t> Level</a:t>
            </a:r>
            <a:endParaRPr lang="en-US"/>
          </a:p>
          <a:p>
            <a:pPr lvl="8"/>
            <a:r>
              <a:rPr lang="en-US" noProof="0" err="1"/>
              <a:t>Ninth</a:t>
            </a:r>
            <a:r>
              <a:rPr lang="en-US" noProof="0"/>
              <a:t>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29608" y="6476939"/>
            <a:ext cx="381742" cy="381063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r" defTabSz="1218656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defRPr sz="800" b="0" i="0" cap="all" spc="40" baseline="0">
                <a:solidFill>
                  <a:schemeClr val="tx1"/>
                </a:solidFill>
                <a:latin typeface="+mj-lt"/>
                <a:ea typeface="AdihausDIN" panose="020B0504020101020102" pitchFamily="34" charset="0"/>
                <a:cs typeface="AdihausDIN" panose="020B0504020101020102" pitchFamily="34" charset="0"/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1216876727" name="image" descr="{&quot;templafy&quot;:{&quot;id&quot;:&quot;6b1175eb-b31f-481c-8f3e-a91e7b9a5065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44" y="6476035"/>
            <a:ext cx="476279" cy="303023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="" xmlns:a16="http://schemas.microsoft.com/office/drawing/2014/main" id="{1E8CBCB4-873D-4F55-8E7E-03C1A4A21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2719" y="6477934"/>
            <a:ext cx="8764203" cy="37999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lvl1pPr>
              <a:defRPr lang="en-US" sz="800" b="0" i="0" cap="all" spc="40" baseline="0" smtClean="0">
                <a:latin typeface="+mj-lt"/>
                <a:ea typeface="AdihausDIN" panose="020B0504020101020102" pitchFamily="34" charset="0"/>
                <a:cs typeface="AdihausDIN" panose="020B0504020101020102" pitchFamily="34" charset="0"/>
              </a:defRPr>
            </a:lvl1pPr>
          </a:lstStyle>
          <a:p>
            <a:pPr defTabSz="1218656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</a:rPr>
              <a:t>CONFIDENTIAL-Not to be Redistributed</a:t>
            </a:r>
          </a:p>
        </p:txBody>
      </p:sp>
      <p:sp>
        <p:nvSpPr>
          <p:cNvPr id="9" name="Date Placeholder 7">
            <a:extLst>
              <a:ext uri="{FF2B5EF4-FFF2-40B4-BE49-F238E27FC236}">
                <a16:creationId xmlns="" xmlns:a16="http://schemas.microsoft.com/office/drawing/2014/main" id="{C5FB049E-2704-434F-8B64-8A45DB400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69311" y="6476883"/>
            <a:ext cx="762395" cy="38111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80000"/>
              </a:lnSpc>
              <a:defRPr lang="en-US" sz="800" b="0" i="0" kern="1200" cap="all" spc="40" baseline="0" smtClean="0">
                <a:solidFill>
                  <a:schemeClr val="tx1"/>
                </a:solidFill>
                <a:latin typeface="+mj-lt"/>
                <a:ea typeface="AdihausDIN" panose="020B0504020101020102" pitchFamily="34" charset="0"/>
                <a:cs typeface="AdihausDIN" panose="020B0504020101020102" pitchFamily="34" charset="0"/>
              </a:defRPr>
            </a:lvl1pPr>
          </a:lstStyle>
          <a:p>
            <a:pPr defTabSz="1216568" fontAlgn="base">
              <a:spcBef>
                <a:spcPct val="0"/>
              </a:spcBef>
              <a:spcAft>
                <a:spcPct val="0"/>
              </a:spcAft>
            </a:pPr>
            <a:fld id="{223F8D9E-A273-4893-85AB-0F3211F238E9}" type="datetime5">
              <a:rPr lang="en-US" altLang="zh-CN" smtClean="0">
                <a:solidFill>
                  <a:prstClr val="black"/>
                </a:solidFill>
              </a:rPr>
              <a:pPr defTabSz="1216568" fontAlgn="base">
                <a:spcBef>
                  <a:spcPct val="0"/>
                </a:spcBef>
                <a:spcAft>
                  <a:spcPct val="0"/>
                </a:spcAft>
              </a:pPr>
              <a:t>19-Oct-23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95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</p:sldLayoutIdLst>
  <p:transition>
    <p:fade/>
  </p:transition>
  <p:hf hdr="0"/>
  <p:txStyles>
    <p:titleStyle>
      <a:lvl1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100" b="1" i="0" kern="1200" cap="all" spc="25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2pPr>
      <a:lvl3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3pPr>
      <a:lvl4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4pPr>
      <a:lvl5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5pPr>
      <a:lvl6pPr algn="l" rtl="0" eaLnBrk="1" hangingPunct="1">
        <a:lnSpc>
          <a:spcPct val="75000"/>
        </a:lnSpc>
        <a:defRPr sz="3700" b="1" kern="1200" cap="all" spc="25" baseline="0">
          <a:latin typeface="+mj-lt"/>
        </a:defRPr>
      </a:lvl6pPr>
      <a:lvl7pPr algn="l" rtl="0" eaLnBrk="1" hangingPunct="1">
        <a:lnSpc>
          <a:spcPct val="75000"/>
        </a:lnSpc>
        <a:defRPr sz="3700" b="1" kern="1200" cap="all" spc="25" baseline="0">
          <a:latin typeface="+mj-lt"/>
        </a:defRPr>
      </a:lvl7pPr>
      <a:lvl8pPr algn="l" rtl="0" eaLnBrk="1" hangingPunct="1">
        <a:lnSpc>
          <a:spcPct val="75000"/>
        </a:lnSpc>
        <a:defRPr sz="3700" b="1" kern="1200" cap="all" spc="25" baseline="0">
          <a:latin typeface="+mj-lt"/>
        </a:defRPr>
      </a:lvl8pPr>
      <a:lvl9pPr algn="l" eaLnBrk="1" hangingPunct="1">
        <a:lnSpc>
          <a:spcPct val="75000"/>
        </a:lnSpc>
        <a:defRPr sz="3700" b="1" kern="1200" cap="all" spc="25" baseline="0">
          <a:latin typeface="+mj-lt"/>
        </a:defRPr>
      </a:lvl9pPr>
    </p:titleStyle>
    <p:bodyStyle>
      <a:lvl1pPr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AdihausDIN" pitchFamily="34" charset="0"/>
        <a:defRPr sz="1600" kern="120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1pPr>
      <a:lvl2pPr marL="239083" indent="-239083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Wingdings" pitchFamily="2" charset="2"/>
        <a:buChar char="§"/>
        <a:defRPr sz="1600" kern="1200" cap="none" baseline="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2pPr>
      <a:lvl3pPr marL="239898" indent="-239898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3pPr>
      <a:lvl4pPr marL="473932" indent="-239083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AdihausDIN" panose="020B0504020101020102" pitchFamily="34" charset="0"/>
        <a:buChar char="–"/>
        <a:defRPr sz="1600" kern="1200" cap="none" baseline="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4pPr>
      <a:lvl5pPr marL="478163" indent="-239083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+mj-lt"/>
        <a:buAutoNum type="alphaLcPeriod"/>
        <a:tabLst>
          <a:tab pos="1309662" algn="l"/>
        </a:tabLst>
        <a:defRPr sz="1600" kern="1200">
          <a:solidFill>
            <a:schemeClr val="tx1"/>
          </a:solidFill>
          <a:latin typeface="+mn-lt"/>
          <a:ea typeface="+mn-ea"/>
          <a:cs typeface="AdihausDIN" panose="020B0504020101020102" pitchFamily="34" charset="0"/>
        </a:defRPr>
      </a:lvl5pPr>
      <a:lvl6pPr marL="0" indent="0" algn="l" defTabSz="1218731" rtl="0" eaLnBrk="1" latinLnBrk="0" hangingPunct="1">
        <a:lnSpc>
          <a:spcPct val="75000"/>
        </a:lnSpc>
        <a:spcBef>
          <a:spcPts val="1587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9714" algn="l"/>
        </a:tabLst>
        <a:defRPr lang="en-US" sz="2400" b="1" i="0" kern="1200" cap="all" spc="25" baseline="0" noProof="0" dirty="0">
          <a:solidFill>
            <a:schemeClr val="tx1"/>
          </a:solidFill>
          <a:latin typeface="+mj-lt"/>
          <a:ea typeface="+mn-ea"/>
          <a:cs typeface="AdihausDIN" panose="020B0504020101020102" pitchFamily="34" charset="0"/>
        </a:defRPr>
      </a:lvl6pPr>
      <a:lvl7pPr marL="0" indent="0" algn="l" defTabSz="1218731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9714" algn="l"/>
        </a:tabLst>
        <a:defRPr sz="800" b="0" i="0" kern="1200" cap="none" baseline="0">
          <a:solidFill>
            <a:schemeClr val="tx2"/>
          </a:solidFill>
          <a:latin typeface="+mn-lt"/>
          <a:ea typeface="+mn-ea"/>
          <a:cs typeface="AdihausDIN" panose="020B0504020101020102" pitchFamily="34" charset="0"/>
        </a:defRPr>
      </a:lvl7pPr>
      <a:lvl8pPr marL="0" indent="0" algn="l" defTabSz="1218731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9714" algn="l"/>
        </a:tabLst>
        <a:defRPr sz="800" b="0" kern="1200">
          <a:solidFill>
            <a:schemeClr val="tx2"/>
          </a:solidFill>
          <a:latin typeface="AdihausDIN" panose="020B0504020101020102" pitchFamily="34" charset="0"/>
          <a:ea typeface="+mn-ea"/>
          <a:cs typeface="AdihausDIN" panose="020B0504020101020102" pitchFamily="34" charset="0"/>
        </a:defRPr>
      </a:lvl8pPr>
      <a:lvl9pPr marL="0" indent="0" algn="l" defTabSz="1218731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itchFamily="2" charset="2"/>
        <a:buNone/>
        <a:tabLst>
          <a:tab pos="1309714" algn="l"/>
        </a:tabLst>
        <a:defRPr sz="800" b="0" kern="1200">
          <a:solidFill>
            <a:schemeClr val="tx2"/>
          </a:solidFill>
          <a:latin typeface="AdihausDIN" panose="020B0504020101020102" pitchFamily="34" charset="0"/>
          <a:ea typeface="+mn-ea"/>
          <a:cs typeface="AdihausDIN" panose="020B0504020101020102" pitchFamily="34" charset="0"/>
        </a:defRPr>
      </a:lvl9pPr>
    </p:bodyStyle>
    <p:otherStyle>
      <a:defPPr>
        <a:defRPr lang="en-US"/>
      </a:defPPr>
      <a:lvl1pPr marL="0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67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731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098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462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829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192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560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925" algn="l" defTabSz="121873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902">
          <p15:clr>
            <a:srgbClr val="F26B43"/>
          </p15:clr>
        </p15:guide>
        <p15:guide id="2" orient="horz" pos="1633">
          <p15:clr>
            <a:srgbClr val="F26B43"/>
          </p15:clr>
        </p15:guide>
        <p15:guide id="3" pos="2721">
          <p15:clr>
            <a:srgbClr val="F26B43"/>
          </p15:clr>
        </p15:guide>
        <p15:guide id="4" pos="2540">
          <p15:clr>
            <a:srgbClr val="F26B43"/>
          </p15:clr>
        </p15:guide>
        <p15:guide id="5" pos="2358">
          <p15:clr>
            <a:srgbClr val="F26B43"/>
          </p15:clr>
        </p15:guide>
        <p15:guide id="6" pos="2177">
          <p15:clr>
            <a:srgbClr val="F26B43"/>
          </p15:clr>
        </p15:guide>
        <p15:guide id="7" pos="1995">
          <p15:clr>
            <a:srgbClr val="F26B43"/>
          </p15:clr>
        </p15:guide>
        <p15:guide id="8" pos="1814">
          <p15:clr>
            <a:srgbClr val="F26B43"/>
          </p15:clr>
        </p15:guide>
        <p15:guide id="9" pos="1632">
          <p15:clr>
            <a:srgbClr val="F26B43"/>
          </p15:clr>
        </p15:guide>
        <p15:guide id="10" pos="1451">
          <p15:clr>
            <a:srgbClr val="F26B43"/>
          </p15:clr>
        </p15:guide>
        <p15:guide id="11" pos="1270">
          <p15:clr>
            <a:srgbClr val="F26B43"/>
          </p15:clr>
        </p15:guide>
        <p15:guide id="12" pos="1088">
          <p15:clr>
            <a:srgbClr val="F26B43"/>
          </p15:clr>
        </p15:guide>
        <p15:guide id="13" pos="907">
          <p15:clr>
            <a:srgbClr val="F26B43"/>
          </p15:clr>
        </p15:guide>
        <p15:guide id="14" pos="725">
          <p15:clr>
            <a:srgbClr val="F26B43"/>
          </p15:clr>
        </p15:guide>
        <p15:guide id="15" pos="544">
          <p15:clr>
            <a:srgbClr val="F26B43"/>
          </p15:clr>
        </p15:guide>
        <p15:guide id="16" pos="362">
          <p15:clr>
            <a:srgbClr val="F26B43"/>
          </p15:clr>
        </p15:guide>
        <p15:guide id="17" pos="181">
          <p15:clr>
            <a:srgbClr val="F26B43"/>
          </p15:clr>
        </p15:guide>
        <p15:guide id="18" pos="3084">
          <p15:clr>
            <a:srgbClr val="F26B43"/>
          </p15:clr>
        </p15:guide>
        <p15:guide id="19" pos="3265">
          <p15:clr>
            <a:srgbClr val="F26B43"/>
          </p15:clr>
        </p15:guide>
        <p15:guide id="20" pos="3447">
          <p15:clr>
            <a:srgbClr val="F26B43"/>
          </p15:clr>
        </p15:guide>
        <p15:guide id="21" pos="3810">
          <p15:clr>
            <a:srgbClr val="F26B43"/>
          </p15:clr>
        </p15:guide>
        <p15:guide id="22" pos="3628">
          <p15:clr>
            <a:srgbClr val="F26B43"/>
          </p15:clr>
        </p15:guide>
        <p15:guide id="23" pos="3991">
          <p15:clr>
            <a:srgbClr val="F26B43"/>
          </p15:clr>
        </p15:guide>
        <p15:guide id="24" pos="4173">
          <p15:clr>
            <a:srgbClr val="F26B43"/>
          </p15:clr>
        </p15:guide>
        <p15:guide id="25" pos="4354">
          <p15:clr>
            <a:srgbClr val="F26B43"/>
          </p15:clr>
        </p15:guide>
        <p15:guide id="26" pos="4535">
          <p15:clr>
            <a:srgbClr val="F26B43"/>
          </p15:clr>
        </p15:guide>
        <p15:guide id="27" pos="4717">
          <p15:clr>
            <a:srgbClr val="F26B43"/>
          </p15:clr>
        </p15:guide>
        <p15:guide id="28" pos="4898">
          <p15:clr>
            <a:srgbClr val="F26B43"/>
          </p15:clr>
        </p15:guide>
        <p15:guide id="29" pos="5080">
          <p15:clr>
            <a:srgbClr val="F26B43"/>
          </p15:clr>
        </p15:guide>
        <p15:guide id="30" pos="5261">
          <p15:clr>
            <a:srgbClr val="F26B43"/>
          </p15:clr>
        </p15:guide>
        <p15:guide id="31" pos="5443">
          <p15:clr>
            <a:srgbClr val="F26B43"/>
          </p15:clr>
        </p15:guide>
        <p15:guide id="32" pos="5624">
          <p15:clr>
            <a:srgbClr val="F26B43"/>
          </p15:clr>
        </p15:guide>
        <p15:guide id="33" orient="horz" pos="1452">
          <p15:clr>
            <a:srgbClr val="F26B43"/>
          </p15:clr>
        </p15:guide>
        <p15:guide id="34" orient="horz" pos="1270">
          <p15:clr>
            <a:srgbClr val="F26B43"/>
          </p15:clr>
        </p15:guide>
        <p15:guide id="35" orient="horz" pos="1089">
          <p15:clr>
            <a:srgbClr val="F26B43"/>
          </p15:clr>
        </p15:guide>
        <p15:guide id="36" orient="horz" pos="907">
          <p15:clr>
            <a:srgbClr val="F26B43"/>
          </p15:clr>
        </p15:guide>
        <p15:guide id="37" orient="horz" pos="726">
          <p15:clr>
            <a:srgbClr val="F26B43"/>
          </p15:clr>
        </p15:guide>
        <p15:guide id="38" orient="horz" pos="544">
          <p15:clr>
            <a:srgbClr val="F26B43"/>
          </p15:clr>
        </p15:guide>
        <p15:guide id="39" orient="horz" pos="363">
          <p15:clr>
            <a:srgbClr val="F26B43"/>
          </p15:clr>
        </p15:guide>
        <p15:guide id="40" orient="horz" pos="182">
          <p15:clr>
            <a:srgbClr val="F26B43"/>
          </p15:clr>
        </p15:guide>
        <p15:guide id="41" orient="horz" pos="1814">
          <p15:clr>
            <a:srgbClr val="F26B43"/>
          </p15:clr>
        </p15:guide>
        <p15:guide id="42" orient="horz" pos="1996">
          <p15:clr>
            <a:srgbClr val="F26B43"/>
          </p15:clr>
        </p15:guide>
        <p15:guide id="43" orient="horz" pos="2177">
          <p15:clr>
            <a:srgbClr val="F26B43"/>
          </p15:clr>
        </p15:guide>
        <p15:guide id="44" orient="horz" pos="2359">
          <p15:clr>
            <a:srgbClr val="F26B43"/>
          </p15:clr>
        </p15:guide>
        <p15:guide id="45" orient="horz" pos="2540">
          <p15:clr>
            <a:srgbClr val="F26B43"/>
          </p15:clr>
        </p15:guide>
        <p15:guide id="46" orient="horz" pos="2722">
          <p15:clr>
            <a:srgbClr val="F26B43"/>
          </p15:clr>
        </p15:guide>
        <p15:guide id="47" orient="horz" pos="2903">
          <p15:clr>
            <a:srgbClr val="F26B43"/>
          </p15:clr>
        </p15:guide>
        <p15:guide id="48" orient="horz" pos="308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44"/>
            </p:custDataLst>
          </p:nvPr>
        </p:nvGraphicFramePr>
        <p:xfrm>
          <a:off x="2103" y="2101"/>
          <a:ext cx="2101" cy="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think-cell Slide" r:id="rId45" imgW="8255" imgH="8255" progId="TCLayout.ActiveDocument.1">
                  <p:embed/>
                </p:oleObj>
              </mc:Choice>
              <mc:Fallback>
                <p:oleObj name="think-cell Slide" r:id="rId45" imgW="8255" imgH="82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103" y="2101"/>
                        <a:ext cx="2101" cy="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80673" y="381456"/>
            <a:ext cx="10286541" cy="3809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80671" y="1524282"/>
            <a:ext cx="8001488" cy="4571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 </a:t>
            </a:r>
            <a:endParaRPr lang="en-US"/>
          </a:p>
          <a:p>
            <a:pPr lvl="1"/>
            <a:r>
              <a:rPr lang="en-US" noProof="0"/>
              <a:t>Second level </a:t>
            </a:r>
            <a:endParaRPr lang="en-US"/>
          </a:p>
          <a:p>
            <a:pPr lvl="2"/>
            <a:r>
              <a:rPr lang="en-US" noProof="0"/>
              <a:t>Third level </a:t>
            </a:r>
            <a:endParaRPr lang="en-US"/>
          </a:p>
          <a:p>
            <a:pPr lvl="3"/>
            <a:r>
              <a:rPr lang="en-US" noProof="0"/>
              <a:t>Fourth level </a:t>
            </a:r>
            <a:endParaRPr lang="en-US"/>
          </a:p>
          <a:p>
            <a:pPr lvl="4"/>
            <a:r>
              <a:rPr lang="en-US" noProof="0"/>
              <a:t>Fifth level </a:t>
            </a:r>
            <a:endParaRPr lang="en-US"/>
          </a:p>
          <a:p>
            <a:pPr marL="0" lvl="5" indent="0" algn="l" defTabSz="1218724" rtl="0" eaLnBrk="1" latinLnBrk="0" hangingPunct="1">
              <a:lnSpc>
                <a:spcPct val="75000"/>
              </a:lnSpc>
              <a:spcBef>
                <a:spcPts val="1587"/>
              </a:spcBef>
              <a:spcAft>
                <a:spcPts val="793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1309437" algn="l"/>
              </a:tabLst>
            </a:pPr>
            <a:r>
              <a:rPr lang="en-US" noProof="0"/>
              <a:t>SIXTH LEVEL</a:t>
            </a:r>
            <a:endParaRPr lang="en-US"/>
          </a:p>
          <a:p>
            <a:pPr lvl="6"/>
            <a:r>
              <a:rPr lang="en-US" noProof="0"/>
              <a:t>Seventh Level</a:t>
            </a:r>
            <a:endParaRPr lang="en-US"/>
          </a:p>
          <a:p>
            <a:pPr lvl="7"/>
            <a:r>
              <a:rPr lang="en-US" noProof="0" err="1"/>
              <a:t>Eighth</a:t>
            </a:r>
            <a:r>
              <a:rPr lang="en-US" noProof="0"/>
              <a:t> Level</a:t>
            </a:r>
            <a:endParaRPr lang="en-US"/>
          </a:p>
          <a:p>
            <a:pPr lvl="8"/>
            <a:r>
              <a:rPr lang="en-US" noProof="0" err="1"/>
              <a:t>Ninth</a:t>
            </a:r>
            <a:r>
              <a:rPr lang="en-US" noProof="0"/>
              <a:t>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29608" y="6476937"/>
            <a:ext cx="381742" cy="381063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r" defTabSz="1218724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defRPr sz="800" b="0" i="0" cap="all" spc="4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2135895302" name="image" descr="{&quot;templafy&quot;:{&quot;id&quot;:&quot;68e19b83-c055-4da3-90c1-afca63aeb0c2&quot;}}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14344" y="6476034"/>
            <a:ext cx="476279" cy="303023"/>
          </a:xfrm>
          <a:prstGeom prst="rect">
            <a:avLst/>
          </a:prstGeom>
        </p:spPr>
      </p:pic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42718" y="6477934"/>
            <a:ext cx="8764203" cy="37999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lvl1pPr>
              <a:defRPr lang="en-US" sz="800" b="0" i="0" cap="all" spc="40" baseline="0" smtClean="0">
                <a:latin typeface="+mj-lt"/>
                <a:ea typeface="AdihausDIN" pitchFamily="34" charset="0"/>
                <a:cs typeface="AdihausDIN" pitchFamily="34" charset="0"/>
              </a:defRPr>
            </a:lvl1pPr>
          </a:lstStyle>
          <a:p>
            <a:pPr defTabSz="1218724">
              <a:lnSpc>
                <a:spcPct val="80000"/>
              </a:lnSpc>
            </a:pPr>
            <a:r>
              <a:rPr lang="en-US">
                <a:solidFill>
                  <a:prstClr val="black"/>
                </a:solidFill>
                <a:ea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  <p:sp>
        <p:nvSpPr>
          <p:cNvPr id="9" name="Date Placeholder 7"/>
          <p:cNvSpPr>
            <a:spLocks noGrp="1"/>
          </p:cNvSpPr>
          <p:nvPr>
            <p:ph type="dt" sz="half" idx="2"/>
          </p:nvPr>
        </p:nvSpPr>
        <p:spPr>
          <a:xfrm>
            <a:off x="10669311" y="6476883"/>
            <a:ext cx="762395" cy="38111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80000"/>
              </a:lnSpc>
              <a:defRPr lang="en-US" sz="800" b="0" i="0" kern="1200" cap="all" spc="40" baseline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7045" fontAlgn="base">
              <a:spcBef>
                <a:spcPct val="0"/>
              </a:spcBef>
              <a:spcAft>
                <a:spcPct val="0"/>
              </a:spcAft>
            </a:pPr>
            <a:fld id="{34494FF2-B23A-4CBE-B36B-E5732EC480DC}" type="datetime5">
              <a:rPr lang="en-US" altLang="zh-CN" smtClean="0">
                <a:solidFill>
                  <a:prstClr val="black"/>
                </a:solidFill>
              </a:rPr>
              <a:pPr defTabSz="1217045" fontAlgn="base">
                <a:spcBef>
                  <a:spcPct val="0"/>
                </a:spcBef>
                <a:spcAft>
                  <a:spcPct val="0"/>
                </a:spcAft>
              </a:pPr>
              <a:t>19-Oct-23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93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  <p:sldLayoutId id="2147483888" r:id="rId18"/>
    <p:sldLayoutId id="2147483889" r:id="rId19"/>
    <p:sldLayoutId id="2147483890" r:id="rId20"/>
    <p:sldLayoutId id="2147483891" r:id="rId21"/>
    <p:sldLayoutId id="2147483892" r:id="rId22"/>
    <p:sldLayoutId id="2147483893" r:id="rId23"/>
    <p:sldLayoutId id="2147483894" r:id="rId24"/>
    <p:sldLayoutId id="2147483895" r:id="rId25"/>
    <p:sldLayoutId id="2147483896" r:id="rId26"/>
    <p:sldLayoutId id="2147483897" r:id="rId27"/>
    <p:sldLayoutId id="2147483898" r:id="rId28"/>
    <p:sldLayoutId id="2147483899" r:id="rId29"/>
    <p:sldLayoutId id="2147483900" r:id="rId30"/>
    <p:sldLayoutId id="2147483901" r:id="rId31"/>
    <p:sldLayoutId id="2147483902" r:id="rId32"/>
    <p:sldLayoutId id="2147483903" r:id="rId33"/>
    <p:sldLayoutId id="2147483904" r:id="rId34"/>
    <p:sldLayoutId id="2147483905" r:id="rId35"/>
    <p:sldLayoutId id="2147483906" r:id="rId36"/>
    <p:sldLayoutId id="2147483907" r:id="rId37"/>
    <p:sldLayoutId id="2147483908" r:id="rId38"/>
    <p:sldLayoutId id="2147483909" r:id="rId39"/>
    <p:sldLayoutId id="2147483910" r:id="rId40"/>
    <p:sldLayoutId id="2147483911" r:id="rId41"/>
  </p:sldLayoutIdLst>
  <p:transition>
    <p:fade/>
  </p:transition>
  <p:hf hdr="0"/>
  <p:txStyles>
    <p:titleStyle>
      <a:lvl1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100" b="1" i="0" kern="1200" cap="all" spc="25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2pPr>
      <a:lvl3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3pPr>
      <a:lvl4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4pPr>
      <a:lvl5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5" baseline="0">
          <a:solidFill>
            <a:schemeClr val="tx1"/>
          </a:solidFill>
          <a:latin typeface="+mj-lt"/>
        </a:defRPr>
      </a:lvl5pPr>
      <a:lvl6pPr algn="l" rtl="0" eaLnBrk="1" hangingPunct="1">
        <a:lnSpc>
          <a:spcPct val="75000"/>
        </a:lnSpc>
        <a:defRPr sz="3700" b="1" kern="1200" cap="all" spc="25" baseline="0">
          <a:latin typeface="+mj-lt"/>
        </a:defRPr>
      </a:lvl6pPr>
      <a:lvl7pPr algn="l" rtl="0" eaLnBrk="1" hangingPunct="1">
        <a:lnSpc>
          <a:spcPct val="75000"/>
        </a:lnSpc>
        <a:defRPr sz="3700" b="1" kern="1200" cap="all" spc="25" baseline="0">
          <a:latin typeface="+mj-lt"/>
        </a:defRPr>
      </a:lvl7pPr>
      <a:lvl8pPr algn="l" rtl="0" eaLnBrk="1" hangingPunct="1">
        <a:lnSpc>
          <a:spcPct val="75000"/>
        </a:lnSpc>
        <a:defRPr sz="3700" b="1" kern="1200" cap="all" spc="25" baseline="0">
          <a:latin typeface="+mj-lt"/>
        </a:defRPr>
      </a:lvl8pPr>
      <a:lvl9pPr algn="l" eaLnBrk="1" hangingPunct="1">
        <a:lnSpc>
          <a:spcPct val="75000"/>
        </a:lnSpc>
        <a:defRPr sz="3700" b="1" kern="1200" cap="all" spc="25" baseline="0">
          <a:latin typeface="+mj-lt"/>
        </a:defRPr>
      </a:lvl9pPr>
    </p:titleStyle>
    <p:bodyStyle>
      <a:lvl1pPr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AdihausDIN" pitchFamily="34" charset="0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39378" indent="-239378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Wingdings" panose="05000000000000000000" pitchFamily="2" charset="2"/>
        <a:buChar char="§"/>
        <a:defRPr sz="160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40217" indent="-240217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+mj-lt"/>
        <a:buAutoNum type="arabicPeriod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473716" indent="-239378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AdihausDIN" pitchFamily="34" charset="0"/>
        <a:buChar char="–"/>
        <a:defRPr sz="160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77915" indent="-239378" algn="l" rtl="0" eaLnBrk="1" fontAlgn="base" hangingPunct="1">
        <a:lnSpc>
          <a:spcPct val="90000"/>
        </a:lnSpc>
        <a:spcBef>
          <a:spcPct val="0"/>
        </a:spcBef>
        <a:spcAft>
          <a:spcPts val="793"/>
        </a:spcAft>
        <a:buSzPct val="90000"/>
        <a:buFont typeface="+mj-lt"/>
        <a:buAutoNum type="alphaLcPeriod"/>
        <a:tabLst>
          <a:tab pos="1309437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1218724" rtl="0" eaLnBrk="1" latinLnBrk="0" hangingPunct="1">
        <a:lnSpc>
          <a:spcPct val="75000"/>
        </a:lnSpc>
        <a:spcBef>
          <a:spcPts val="1587"/>
        </a:spcBef>
        <a:spcAft>
          <a:spcPts val="793"/>
        </a:spcAft>
        <a:buClrTx/>
        <a:buSzPct val="90000"/>
        <a:buFont typeface="Wingdings" panose="05000000000000000000" pitchFamily="2" charset="2"/>
        <a:buNone/>
        <a:tabLst>
          <a:tab pos="1309437" algn="l"/>
        </a:tabLst>
        <a:defRPr lang="en-US" sz="2400" b="1" i="0" kern="1200" cap="all" spc="25" baseline="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0" indent="0" algn="l" defTabSz="1218724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anose="05000000000000000000" pitchFamily="2" charset="2"/>
        <a:buNone/>
        <a:tabLst>
          <a:tab pos="1309437" algn="l"/>
        </a:tabLst>
        <a:defRPr sz="800" b="0" i="0" kern="1200" cap="none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1218724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anose="05000000000000000000" pitchFamily="2" charset="2"/>
        <a:buNone/>
        <a:tabLst>
          <a:tab pos="1309437" algn="l"/>
        </a:tabLst>
        <a:defRPr sz="800" b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1218724" rtl="0" eaLnBrk="1" latinLnBrk="0" hangingPunct="1">
        <a:lnSpc>
          <a:spcPct val="90000"/>
        </a:lnSpc>
        <a:spcBef>
          <a:spcPts val="0"/>
        </a:spcBef>
        <a:spcAft>
          <a:spcPts val="793"/>
        </a:spcAft>
        <a:buClrTx/>
        <a:buSzPct val="90000"/>
        <a:buFont typeface="Wingdings" panose="05000000000000000000" pitchFamily="2" charset="2"/>
        <a:buNone/>
        <a:tabLst>
          <a:tab pos="1309437" algn="l"/>
        </a:tabLst>
        <a:defRPr sz="800" b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82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724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08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450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2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175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58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740" algn="l" defTabSz="121872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4"/>
            </p:custDataLst>
          </p:nvPr>
        </p:nvGraphicFramePr>
        <p:xfrm>
          <a:off x="2101" y="2101"/>
          <a:ext cx="2101" cy="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think-cell Slide" r:id="rId45" imgW="8255" imgH="8255" progId="TCLayout.ActiveDocument.1">
                  <p:embed/>
                </p:oleObj>
              </mc:Choice>
              <mc:Fallback>
                <p:oleObj name="think-cell Slide" r:id="rId45" imgW="8255" imgH="82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101" y="2101"/>
                        <a:ext cx="2101" cy="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80672" y="381455"/>
            <a:ext cx="10286541" cy="3809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80671" y="1524282"/>
            <a:ext cx="8001488" cy="45713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 </a:t>
            </a:r>
            <a:endParaRPr lang="en-US"/>
          </a:p>
          <a:p>
            <a:pPr lvl="1"/>
            <a:r>
              <a:rPr lang="en-US" noProof="0"/>
              <a:t>Second level </a:t>
            </a:r>
            <a:endParaRPr lang="en-US"/>
          </a:p>
          <a:p>
            <a:pPr lvl="2"/>
            <a:r>
              <a:rPr lang="en-US" noProof="0"/>
              <a:t>Third level </a:t>
            </a:r>
            <a:endParaRPr lang="en-US"/>
          </a:p>
          <a:p>
            <a:pPr lvl="3"/>
            <a:r>
              <a:rPr lang="en-US" noProof="0"/>
              <a:t>Fourth level </a:t>
            </a:r>
            <a:endParaRPr lang="en-US"/>
          </a:p>
          <a:p>
            <a:pPr lvl="4"/>
            <a:r>
              <a:rPr lang="en-US" noProof="0"/>
              <a:t>Fifth level </a:t>
            </a:r>
            <a:endParaRPr lang="en-US"/>
          </a:p>
          <a:p>
            <a:pPr marL="0" lvl="5" indent="0" algn="l" defTabSz="1218808" rtl="0" eaLnBrk="1" latinLnBrk="0" hangingPunct="1">
              <a:lnSpc>
                <a:spcPct val="75000"/>
              </a:lnSpc>
              <a:spcBef>
                <a:spcPts val="1587"/>
              </a:spcBef>
              <a:spcAft>
                <a:spcPts val="794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1309526" algn="l"/>
              </a:tabLst>
            </a:pPr>
            <a:r>
              <a:rPr lang="en-US" noProof="0"/>
              <a:t>SIXTH LEVEL</a:t>
            </a:r>
            <a:endParaRPr lang="en-US"/>
          </a:p>
          <a:p>
            <a:pPr lvl="6"/>
            <a:r>
              <a:rPr lang="en-US" noProof="0"/>
              <a:t>Seventh Level</a:t>
            </a:r>
            <a:endParaRPr lang="en-US"/>
          </a:p>
          <a:p>
            <a:pPr lvl="7"/>
            <a:r>
              <a:rPr lang="en-US" noProof="0" err="1"/>
              <a:t>Eighth</a:t>
            </a:r>
            <a:r>
              <a:rPr lang="en-US" noProof="0"/>
              <a:t> Level</a:t>
            </a:r>
            <a:endParaRPr lang="en-US"/>
          </a:p>
          <a:p>
            <a:pPr lvl="8"/>
            <a:r>
              <a:rPr lang="en-US" noProof="0" err="1"/>
              <a:t>Ninth</a:t>
            </a:r>
            <a:r>
              <a:rPr lang="en-US" noProof="0"/>
              <a:t>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29607" y="6476936"/>
            <a:ext cx="381742" cy="381063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r" defTabSz="1218808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defRPr sz="800" b="0" i="0" cap="all" spc="4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6C8B3C2-955F-42B1-8DED-EE47D723596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2135895302" name="image" descr="{&quot;templafy&quot;:{&quot;id&quot;:&quot;68e19b83-c055-4da3-90c1-afca63aeb0c2&quot;}}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14344" y="6476033"/>
            <a:ext cx="476279" cy="303023"/>
          </a:xfrm>
          <a:prstGeom prst="rect">
            <a:avLst/>
          </a:prstGeom>
        </p:spPr>
      </p:pic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42717" y="6477934"/>
            <a:ext cx="8764203" cy="37999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lvl1pPr>
              <a:defRPr lang="en-US" sz="800" b="0" i="0" cap="all" spc="40" baseline="0" smtClean="0">
                <a:latin typeface="+mj-lt"/>
                <a:ea typeface="AdihausDIN" pitchFamily="34" charset="0"/>
                <a:cs typeface="AdihausDIN" pitchFamily="34" charset="0"/>
              </a:defRPr>
            </a:lvl1pPr>
          </a:lstStyle>
          <a:p>
            <a:pPr defTabSz="1218808">
              <a:lnSpc>
                <a:spcPct val="80000"/>
              </a:lnSpc>
            </a:pPr>
            <a:r>
              <a:rPr>
                <a:solidFill>
                  <a:prstClr val="black"/>
                </a:solidFill>
                <a:ea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  <p:sp>
        <p:nvSpPr>
          <p:cNvPr id="9" name="Date Placeholder 7"/>
          <p:cNvSpPr>
            <a:spLocks noGrp="1"/>
          </p:cNvSpPr>
          <p:nvPr>
            <p:ph type="dt" sz="half" idx="2"/>
          </p:nvPr>
        </p:nvSpPr>
        <p:spPr>
          <a:xfrm>
            <a:off x="10669311" y="6476883"/>
            <a:ext cx="762396" cy="38111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80000"/>
              </a:lnSpc>
              <a:defRPr lang="en-US" sz="800" b="0" i="0" kern="1200" cap="all" spc="40" baseline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7128" fontAlgn="base">
              <a:spcBef>
                <a:spcPct val="0"/>
              </a:spcBef>
              <a:spcAft>
                <a:spcPct val="0"/>
              </a:spcAft>
            </a:pPr>
            <a:fld id="{34494FF2-B23A-4CBE-B36B-E5732EC480DC}" type="datetime5">
              <a:rPr lang="zh-CN" altLang="en-US">
                <a:solidFill>
                  <a:prstClr val="black"/>
                </a:solidFill>
              </a:rPr>
              <a:pPr defTabSz="1217128" fontAlgn="base">
                <a:spcBef>
                  <a:spcPct val="0"/>
                </a:spcBef>
                <a:spcAft>
                  <a:spcPct val="0"/>
                </a:spcAft>
              </a:pPr>
              <a:t>2023/10/19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95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  <p:sldLayoutId id="2147483990" r:id="rId22"/>
    <p:sldLayoutId id="2147483991" r:id="rId23"/>
    <p:sldLayoutId id="2147483992" r:id="rId24"/>
    <p:sldLayoutId id="2147483993" r:id="rId25"/>
    <p:sldLayoutId id="2147483994" r:id="rId26"/>
    <p:sldLayoutId id="2147483995" r:id="rId27"/>
    <p:sldLayoutId id="2147483996" r:id="rId28"/>
    <p:sldLayoutId id="2147483997" r:id="rId29"/>
    <p:sldLayoutId id="2147483998" r:id="rId30"/>
    <p:sldLayoutId id="2147483999" r:id="rId31"/>
    <p:sldLayoutId id="2147484000" r:id="rId32"/>
    <p:sldLayoutId id="2147484001" r:id="rId33"/>
    <p:sldLayoutId id="2147484002" r:id="rId34"/>
    <p:sldLayoutId id="2147484003" r:id="rId35"/>
    <p:sldLayoutId id="2147484004" r:id="rId36"/>
    <p:sldLayoutId id="2147484005" r:id="rId37"/>
    <p:sldLayoutId id="2147484006" r:id="rId38"/>
    <p:sldLayoutId id="2147484007" r:id="rId39"/>
    <p:sldLayoutId id="2147484008" r:id="rId40"/>
    <p:sldLayoutId id="2147484009" r:id="rId41"/>
  </p:sldLayoutIdLst>
  <p:transition>
    <p:fade/>
  </p:transition>
  <p:hf hdr="0"/>
  <p:txStyles>
    <p:titleStyle>
      <a:lvl1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200" b="1" i="0" kern="1200" cap="all" spc="26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6" baseline="0">
          <a:solidFill>
            <a:schemeClr val="tx1"/>
          </a:solidFill>
          <a:latin typeface="+mj-lt"/>
        </a:defRPr>
      </a:lvl2pPr>
      <a:lvl3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6" baseline="0">
          <a:solidFill>
            <a:schemeClr val="tx1"/>
          </a:solidFill>
          <a:latin typeface="+mj-lt"/>
        </a:defRPr>
      </a:lvl3pPr>
      <a:lvl4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6" baseline="0">
          <a:solidFill>
            <a:schemeClr val="tx1"/>
          </a:solidFill>
          <a:latin typeface="+mj-lt"/>
        </a:defRPr>
      </a:lvl4pPr>
      <a:lvl5pPr algn="l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3700" b="1" kern="1200" cap="all" spc="26" baseline="0">
          <a:solidFill>
            <a:schemeClr val="tx1"/>
          </a:solidFill>
          <a:latin typeface="+mj-lt"/>
        </a:defRPr>
      </a:lvl5pPr>
      <a:lvl6pPr algn="l" rtl="0" eaLnBrk="1" hangingPunct="1">
        <a:lnSpc>
          <a:spcPct val="75000"/>
        </a:lnSpc>
        <a:defRPr sz="3700" b="1" kern="1200" cap="all" spc="26" baseline="0">
          <a:latin typeface="+mj-lt"/>
        </a:defRPr>
      </a:lvl6pPr>
      <a:lvl7pPr algn="l" rtl="0" eaLnBrk="1" hangingPunct="1">
        <a:lnSpc>
          <a:spcPct val="75000"/>
        </a:lnSpc>
        <a:defRPr sz="3700" b="1" kern="1200" cap="all" spc="26" baseline="0">
          <a:latin typeface="+mj-lt"/>
        </a:defRPr>
      </a:lvl7pPr>
      <a:lvl8pPr algn="l" rtl="0" eaLnBrk="1" hangingPunct="1">
        <a:lnSpc>
          <a:spcPct val="75000"/>
        </a:lnSpc>
        <a:defRPr sz="3700" b="1" kern="1200" cap="all" spc="26" baseline="0">
          <a:latin typeface="+mj-lt"/>
        </a:defRPr>
      </a:lvl8pPr>
      <a:lvl9pPr algn="l" eaLnBrk="1" hangingPunct="1">
        <a:lnSpc>
          <a:spcPct val="75000"/>
        </a:lnSpc>
        <a:defRPr sz="3700" b="1" kern="1200" cap="all" spc="26" baseline="0">
          <a:latin typeface="+mj-lt"/>
        </a:defRPr>
      </a:lvl9pPr>
    </p:titleStyle>
    <p:bodyStyle>
      <a:lvl1pPr algn="l" rtl="0" eaLnBrk="1" fontAlgn="base" hangingPunct="1">
        <a:lnSpc>
          <a:spcPct val="90000"/>
        </a:lnSpc>
        <a:spcBef>
          <a:spcPct val="0"/>
        </a:spcBef>
        <a:spcAft>
          <a:spcPts val="794"/>
        </a:spcAft>
        <a:buSzPct val="90000"/>
        <a:buFont typeface="AdihausDIN" pitchFamily="34" charset="0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39394" indent="-239394" algn="l" rtl="0" eaLnBrk="1" fontAlgn="base" hangingPunct="1">
        <a:lnSpc>
          <a:spcPct val="90000"/>
        </a:lnSpc>
        <a:spcBef>
          <a:spcPct val="0"/>
        </a:spcBef>
        <a:spcAft>
          <a:spcPts val="794"/>
        </a:spcAft>
        <a:buSzPct val="90000"/>
        <a:buFont typeface="Wingdings" panose="05000000000000000000" pitchFamily="2" charset="2"/>
        <a:buChar char="§"/>
        <a:defRPr sz="160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40234" indent="-240234" algn="l" rtl="0" eaLnBrk="1" fontAlgn="base" hangingPunct="1">
        <a:lnSpc>
          <a:spcPct val="90000"/>
        </a:lnSpc>
        <a:spcBef>
          <a:spcPct val="0"/>
        </a:spcBef>
        <a:spcAft>
          <a:spcPts val="794"/>
        </a:spcAft>
        <a:buSzPct val="90000"/>
        <a:buFont typeface="+mj-lt"/>
        <a:buAutoNum type="arabicPeriod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473748" indent="-239394" algn="l" rtl="0" eaLnBrk="1" fontAlgn="base" hangingPunct="1">
        <a:lnSpc>
          <a:spcPct val="90000"/>
        </a:lnSpc>
        <a:spcBef>
          <a:spcPct val="0"/>
        </a:spcBef>
        <a:spcAft>
          <a:spcPts val="794"/>
        </a:spcAft>
        <a:buSzPct val="90000"/>
        <a:buFont typeface="AdihausDIN" pitchFamily="34" charset="0"/>
        <a:buChar char="–"/>
        <a:defRPr sz="160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77947" indent="-239394" algn="l" rtl="0" eaLnBrk="1" fontAlgn="base" hangingPunct="1">
        <a:lnSpc>
          <a:spcPct val="90000"/>
        </a:lnSpc>
        <a:spcBef>
          <a:spcPct val="0"/>
        </a:spcBef>
        <a:spcAft>
          <a:spcPts val="794"/>
        </a:spcAft>
        <a:buSzPct val="90000"/>
        <a:buFont typeface="+mj-lt"/>
        <a:buAutoNum type="alphaLcPeriod"/>
        <a:tabLst>
          <a:tab pos="1309526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1218808" rtl="0" eaLnBrk="1" latinLnBrk="0" hangingPunct="1">
        <a:lnSpc>
          <a:spcPct val="75000"/>
        </a:lnSpc>
        <a:spcBef>
          <a:spcPts val="1587"/>
        </a:spcBef>
        <a:spcAft>
          <a:spcPts val="794"/>
        </a:spcAft>
        <a:buClrTx/>
        <a:buSzPct val="90000"/>
        <a:buFont typeface="Wingdings" panose="05000000000000000000" pitchFamily="2" charset="2"/>
        <a:buNone/>
        <a:tabLst>
          <a:tab pos="1309526" algn="l"/>
        </a:tabLst>
        <a:defRPr lang="en-US" sz="2400" b="1" i="0" kern="1200" cap="all" spc="26" baseline="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0" indent="0" algn="l" defTabSz="1218808" rtl="0" eaLnBrk="1" latinLnBrk="0" hangingPunct="1">
        <a:lnSpc>
          <a:spcPct val="90000"/>
        </a:lnSpc>
        <a:spcBef>
          <a:spcPts val="0"/>
        </a:spcBef>
        <a:spcAft>
          <a:spcPts val="794"/>
        </a:spcAft>
        <a:buClrTx/>
        <a:buSzPct val="90000"/>
        <a:buFont typeface="Wingdings" panose="05000000000000000000" pitchFamily="2" charset="2"/>
        <a:buNone/>
        <a:tabLst>
          <a:tab pos="1309526" algn="l"/>
        </a:tabLst>
        <a:defRPr sz="800" b="0" i="0" kern="1200" cap="none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1218808" rtl="0" eaLnBrk="1" latinLnBrk="0" hangingPunct="1">
        <a:lnSpc>
          <a:spcPct val="90000"/>
        </a:lnSpc>
        <a:spcBef>
          <a:spcPts val="0"/>
        </a:spcBef>
        <a:spcAft>
          <a:spcPts val="794"/>
        </a:spcAft>
        <a:buClrTx/>
        <a:buSzPct val="90000"/>
        <a:buFont typeface="Wingdings" panose="05000000000000000000" pitchFamily="2" charset="2"/>
        <a:buNone/>
        <a:tabLst>
          <a:tab pos="1309526" algn="l"/>
        </a:tabLst>
        <a:defRPr sz="800" b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1218808" rtl="0" eaLnBrk="1" latinLnBrk="0" hangingPunct="1">
        <a:lnSpc>
          <a:spcPct val="90000"/>
        </a:lnSpc>
        <a:spcBef>
          <a:spcPts val="0"/>
        </a:spcBef>
        <a:spcAft>
          <a:spcPts val="794"/>
        </a:spcAft>
        <a:buClrTx/>
        <a:buSzPct val="90000"/>
        <a:buFont typeface="Wingdings" panose="05000000000000000000" pitchFamily="2" charset="2"/>
        <a:buNone/>
        <a:tabLst>
          <a:tab pos="1309526" algn="l"/>
        </a:tabLst>
        <a:defRPr sz="800" b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824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08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616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40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424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248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72" algn="l" defTabSz="12188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12" y="275167"/>
            <a:ext cx="1097280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25" tIns="60911" rIns="121825" bIns="609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12" y="1600214"/>
            <a:ext cx="10972801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25" tIns="60911" rIns="121825" bIns="609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64"/>
            <a:ext cx="2844800" cy="366183"/>
          </a:xfrm>
          <a:prstGeom prst="rect">
            <a:avLst/>
          </a:prstGeom>
        </p:spPr>
        <p:txBody>
          <a:bodyPr vert="horz" wrap="square" lIns="121825" tIns="60911" rIns="121825" bIns="6091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defTabSz="913713" fontAlgn="base">
              <a:spcBef>
                <a:spcPct val="0"/>
              </a:spcBef>
              <a:spcAft>
                <a:spcPct val="0"/>
              </a:spcAft>
            </a:pPr>
            <a:fld id="{C9C746D1-8F72-49F9-8ED2-D64498838686}" type="datetimeFigureOut">
              <a:rPr lang="zh-CN" altLang="en-US" smtClean="0"/>
              <a:pPr defTabSz="913713" fontAlgn="base">
                <a:spcBef>
                  <a:spcPct val="0"/>
                </a:spcBef>
                <a:spcAft>
                  <a:spcPct val="0"/>
                </a:spcAft>
              </a:pPr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64"/>
            <a:ext cx="3860800" cy="366183"/>
          </a:xfrm>
          <a:prstGeom prst="rect">
            <a:avLst/>
          </a:prstGeom>
        </p:spPr>
        <p:txBody>
          <a:bodyPr vert="horz" wrap="square" lIns="121825" tIns="60911" rIns="121825" bIns="60911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defTabSz="913713" fontAlgn="base">
              <a:spcBef>
                <a:spcPct val="0"/>
              </a:spcBef>
              <a:spcAft>
                <a:spcPct val="0"/>
              </a:spcAft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64"/>
            <a:ext cx="2844800" cy="366183"/>
          </a:xfrm>
          <a:prstGeom prst="rect">
            <a:avLst/>
          </a:prstGeom>
        </p:spPr>
        <p:txBody>
          <a:bodyPr vert="horz" wrap="square" lIns="121825" tIns="60911" rIns="121825" bIns="6091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defTabSz="913713" fontAlgn="base">
              <a:spcBef>
                <a:spcPct val="0"/>
              </a:spcBef>
              <a:spcAft>
                <a:spcPct val="0"/>
              </a:spcAft>
            </a:pPr>
            <a:fld id="{30A89606-11B7-472E-9667-4D5FAFF4F1E0}" type="slidenum">
              <a:rPr lang="zh-CN" altLang="en-US" smtClean="0"/>
              <a:pPr defTabSz="913713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35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SimSun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5pPr>
      <a:lvl6pPr marL="60913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18258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2738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36513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6846" indent="-45684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4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1pPr>
      <a:lvl2pPr marL="989833" indent="-38070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2pPr>
      <a:lvl3pPr marL="1522821" indent="-30456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3pPr>
      <a:lvl4pPr marL="2131951" indent="-30456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4pPr>
      <a:lvl5pPr marL="2741078" indent="-30456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SimSun" panose="02010600030101010101" pitchFamily="2" charset="-122"/>
          <a:cs typeface="+mn-cs"/>
        </a:defRPr>
      </a:lvl5pPr>
      <a:lvl6pPr marL="3350207" indent="-304566" algn="l" defTabSz="1218258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9334" indent="-304566" algn="l" defTabSz="1218258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8458" indent="-304566" algn="l" defTabSz="1218258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7595" indent="-304566" algn="l" defTabSz="1218258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30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258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384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513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638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4772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3899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026" algn="l" defTabSz="121825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741CC8-EFB0-45E7-ADA0-8148E626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75" y="381455"/>
            <a:ext cx="11109483" cy="380943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AdiHaus"/>
              </a:rPr>
              <a:t>2023 </a:t>
            </a:r>
            <a:r>
              <a:rPr lang="en-US" sz="3600" b="1" dirty="0" smtClean="0">
                <a:latin typeface="AdiHaus"/>
              </a:rPr>
              <a:t>APC </a:t>
            </a:r>
            <a:r>
              <a:rPr lang="en-US" altLang="zh-CN" sz="3600" b="1" dirty="0" smtClean="0">
                <a:latin typeface="AdiHaus"/>
              </a:rPr>
              <a:t>Digital </a:t>
            </a:r>
            <a:r>
              <a:rPr lang="en-US" sz="3600" b="1" dirty="0" smtClean="0">
                <a:latin typeface="AdiHaus"/>
              </a:rPr>
              <a:t>Action Plan</a:t>
            </a:r>
            <a:endParaRPr lang="en-US" sz="3600" b="1" dirty="0">
              <a:latin typeface="AdiHaus"/>
            </a:endParaRPr>
          </a:p>
        </p:txBody>
      </p:sp>
      <p:sp>
        <p:nvSpPr>
          <p:cNvPr id="5" name="AutoShape 11"/>
          <p:cNvSpPr>
            <a:spLocks noChangeArrowheads="1"/>
          </p:cNvSpPr>
          <p:nvPr/>
        </p:nvSpPr>
        <p:spPr bwMode="auto">
          <a:xfrm rot="14400000">
            <a:off x="5718033" y="1697832"/>
            <a:ext cx="3028950" cy="277336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347AF8"/>
              </a:gs>
              <a:gs pos="100000">
                <a:srgbClr val="CCEC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 rot="7200000" flipH="1">
            <a:off x="3305033" y="1697832"/>
            <a:ext cx="3028950" cy="277336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3FEDB7"/>
              </a:gs>
              <a:gs pos="100000">
                <a:srgbClr val="CCEC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7" name="AutoShape 13"/>
          <p:cNvSpPr>
            <a:spLocks noChangeArrowheads="1"/>
          </p:cNvSpPr>
          <p:nvPr/>
        </p:nvSpPr>
        <p:spPr bwMode="auto">
          <a:xfrm rot="7200000" flipV="1">
            <a:off x="5718033" y="3075782"/>
            <a:ext cx="3028950" cy="277336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28FC"/>
              </a:gs>
              <a:gs pos="100000">
                <a:srgbClr val="CCEC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 rot="14400000" flipH="1" flipV="1">
            <a:off x="3305033" y="3075782"/>
            <a:ext cx="3028950" cy="277336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72E41C"/>
              </a:gs>
              <a:gs pos="100000">
                <a:srgbClr val="CCECFF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 rot="10800000" flipH="1" flipV="1">
            <a:off x="4191744" y="4257675"/>
            <a:ext cx="3667125" cy="3068637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4474227" y="2230438"/>
            <a:ext cx="3095625" cy="3095625"/>
          </a:xfrm>
          <a:prstGeom prst="ellipse">
            <a:avLst/>
          </a:prstGeom>
          <a:solidFill>
            <a:schemeClr val="bg1">
              <a:alpha val="25000"/>
            </a:schemeClr>
          </a:solidFill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4601227" y="2357438"/>
            <a:ext cx="2843212" cy="2843212"/>
          </a:xfrm>
          <a:prstGeom prst="ellipse">
            <a:avLst/>
          </a:prstGeom>
          <a:solidFill>
            <a:srgbClr val="99CCFF">
              <a:alpha val="50000"/>
            </a:srgbClr>
          </a:solidFill>
          <a:ln w="5715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2" name="Arc 39"/>
          <p:cNvSpPr>
            <a:spLocks/>
          </p:cNvSpPr>
          <p:nvPr/>
        </p:nvSpPr>
        <p:spPr bwMode="auto">
          <a:xfrm rot="884024">
            <a:off x="6153802" y="2762250"/>
            <a:ext cx="1200150" cy="1196975"/>
          </a:xfrm>
          <a:custGeom>
            <a:avLst/>
            <a:gdLst>
              <a:gd name="G0" fmla="+- 0 0 0"/>
              <a:gd name="G1" fmla="+- 20637 0 0"/>
              <a:gd name="G2" fmla="+- 21600 0 0"/>
              <a:gd name="T0" fmla="*/ 6379 w 20646"/>
              <a:gd name="T1" fmla="*/ 0 h 20637"/>
              <a:gd name="T2" fmla="*/ 20646 w 20646"/>
              <a:gd name="T3" fmla="*/ 14290 h 20637"/>
              <a:gd name="T4" fmla="*/ 0 w 20646"/>
              <a:gd name="T5" fmla="*/ 20637 h 20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646" h="20637" fill="none" extrusionOk="0">
                <a:moveTo>
                  <a:pt x="6378" y="0"/>
                </a:moveTo>
                <a:cubicBezTo>
                  <a:pt x="13205" y="2110"/>
                  <a:pt x="18546" y="7460"/>
                  <a:pt x="20646" y="14289"/>
                </a:cubicBezTo>
              </a:path>
              <a:path w="20646" h="20637" stroke="0" extrusionOk="0">
                <a:moveTo>
                  <a:pt x="6378" y="0"/>
                </a:moveTo>
                <a:cubicBezTo>
                  <a:pt x="13205" y="2110"/>
                  <a:pt x="18546" y="7460"/>
                  <a:pt x="20646" y="14289"/>
                </a:cubicBezTo>
                <a:lnTo>
                  <a:pt x="0" y="20637"/>
                </a:lnTo>
                <a:close/>
              </a:path>
            </a:pathLst>
          </a:custGeom>
          <a:gradFill rotWithShape="1">
            <a:gsLst>
              <a:gs pos="0">
                <a:srgbClr val="2648A6"/>
              </a:gs>
              <a:gs pos="100000">
                <a:srgbClr val="446AD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3" name="Arc 40"/>
          <p:cNvSpPr>
            <a:spLocks/>
          </p:cNvSpPr>
          <p:nvPr/>
        </p:nvSpPr>
        <p:spPr bwMode="auto">
          <a:xfrm rot="4500000">
            <a:off x="6176027" y="3603625"/>
            <a:ext cx="1200150" cy="1216025"/>
          </a:xfrm>
          <a:custGeom>
            <a:avLst/>
            <a:gdLst>
              <a:gd name="G0" fmla="+- 0 0 0"/>
              <a:gd name="G1" fmla="+- 20919 0 0"/>
              <a:gd name="G2" fmla="+- 21600 0 0"/>
              <a:gd name="T0" fmla="*/ 5380 w 20690"/>
              <a:gd name="T1" fmla="*/ 0 h 20919"/>
              <a:gd name="T2" fmla="*/ 20690 w 20690"/>
              <a:gd name="T3" fmla="*/ 14717 h 20919"/>
              <a:gd name="T4" fmla="*/ 0 w 20690"/>
              <a:gd name="T5" fmla="*/ 20919 h 209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690" h="20919" fill="none" extrusionOk="0">
                <a:moveTo>
                  <a:pt x="5380" y="-1"/>
                </a:moveTo>
                <a:cubicBezTo>
                  <a:pt x="12709" y="1884"/>
                  <a:pt x="18517" y="7467"/>
                  <a:pt x="20690" y="14716"/>
                </a:cubicBezTo>
              </a:path>
              <a:path w="20690" h="20919" stroke="0" extrusionOk="0">
                <a:moveTo>
                  <a:pt x="5380" y="-1"/>
                </a:moveTo>
                <a:cubicBezTo>
                  <a:pt x="12709" y="1884"/>
                  <a:pt x="18517" y="7467"/>
                  <a:pt x="20690" y="14716"/>
                </a:cubicBezTo>
                <a:lnTo>
                  <a:pt x="0" y="20919"/>
                </a:lnTo>
                <a:close/>
              </a:path>
            </a:pathLst>
          </a:custGeom>
          <a:gradFill rotWithShape="1">
            <a:gsLst>
              <a:gs pos="0">
                <a:srgbClr val="3C3C90"/>
              </a:gs>
              <a:gs pos="100000">
                <a:srgbClr val="33669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4" name="Arc 41"/>
          <p:cNvSpPr>
            <a:spLocks/>
          </p:cNvSpPr>
          <p:nvPr/>
        </p:nvSpPr>
        <p:spPr bwMode="auto">
          <a:xfrm rot="20724172" flipH="1">
            <a:off x="4683777" y="2755900"/>
            <a:ext cx="1203325" cy="1203325"/>
          </a:xfrm>
          <a:custGeom>
            <a:avLst/>
            <a:gdLst>
              <a:gd name="G0" fmla="+- 0 0 0"/>
              <a:gd name="G1" fmla="+- 20739 0 0"/>
              <a:gd name="G2" fmla="+- 21600 0 0"/>
              <a:gd name="T0" fmla="*/ 6038 w 20704"/>
              <a:gd name="T1" fmla="*/ 0 h 20739"/>
              <a:gd name="T2" fmla="*/ 20704 w 20704"/>
              <a:gd name="T3" fmla="*/ 14583 h 20739"/>
              <a:gd name="T4" fmla="*/ 0 w 20704"/>
              <a:gd name="T5" fmla="*/ 20739 h 20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704" h="20739" fill="none" extrusionOk="0">
                <a:moveTo>
                  <a:pt x="6037" y="0"/>
                </a:moveTo>
                <a:cubicBezTo>
                  <a:pt x="13087" y="2052"/>
                  <a:pt x="18611" y="7545"/>
                  <a:pt x="20704" y="14582"/>
                </a:cubicBezTo>
              </a:path>
              <a:path w="20704" h="20739" stroke="0" extrusionOk="0">
                <a:moveTo>
                  <a:pt x="6037" y="0"/>
                </a:moveTo>
                <a:cubicBezTo>
                  <a:pt x="13087" y="2052"/>
                  <a:pt x="18611" y="7545"/>
                  <a:pt x="20704" y="14582"/>
                </a:cubicBezTo>
                <a:lnTo>
                  <a:pt x="0" y="20739"/>
                </a:lnTo>
                <a:close/>
              </a:path>
            </a:pathLst>
          </a:custGeom>
          <a:gradFill rotWithShape="1">
            <a:gsLst>
              <a:gs pos="0">
                <a:srgbClr val="296540"/>
              </a:gs>
              <a:gs pos="100000">
                <a:srgbClr val="3D998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5" name="Arc 42"/>
          <p:cNvSpPr>
            <a:spLocks/>
          </p:cNvSpPr>
          <p:nvPr/>
        </p:nvSpPr>
        <p:spPr bwMode="auto">
          <a:xfrm rot="17100000" flipH="1">
            <a:off x="4695683" y="3604419"/>
            <a:ext cx="1193800" cy="1211262"/>
          </a:xfrm>
          <a:custGeom>
            <a:avLst/>
            <a:gdLst>
              <a:gd name="G0" fmla="+- 0 0 0"/>
              <a:gd name="G1" fmla="+- 20851 0 0"/>
              <a:gd name="G2" fmla="+- 21600 0 0"/>
              <a:gd name="T0" fmla="*/ 5637 w 20584"/>
              <a:gd name="T1" fmla="*/ 0 h 20851"/>
              <a:gd name="T2" fmla="*/ 20584 w 20584"/>
              <a:gd name="T3" fmla="*/ 14306 h 20851"/>
              <a:gd name="T4" fmla="*/ 0 w 20584"/>
              <a:gd name="T5" fmla="*/ 20851 h 20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584" h="20851" fill="none" extrusionOk="0">
                <a:moveTo>
                  <a:pt x="5637" y="-1"/>
                </a:moveTo>
                <a:cubicBezTo>
                  <a:pt x="12728" y="1916"/>
                  <a:pt x="18358" y="7305"/>
                  <a:pt x="20584" y="14305"/>
                </a:cubicBezTo>
              </a:path>
              <a:path w="20584" h="20851" stroke="0" extrusionOk="0">
                <a:moveTo>
                  <a:pt x="5637" y="-1"/>
                </a:moveTo>
                <a:cubicBezTo>
                  <a:pt x="12728" y="1916"/>
                  <a:pt x="18358" y="7305"/>
                  <a:pt x="20584" y="14305"/>
                </a:cubicBezTo>
                <a:lnTo>
                  <a:pt x="0" y="20851"/>
                </a:lnTo>
                <a:close/>
              </a:path>
            </a:pathLst>
          </a:custGeom>
          <a:gradFill rotWithShape="1">
            <a:gsLst>
              <a:gs pos="0">
                <a:srgbClr val="57902C"/>
              </a:gs>
              <a:gs pos="100000">
                <a:srgbClr val="90C94B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6" name="Arc 44"/>
          <p:cNvSpPr>
            <a:spLocks/>
          </p:cNvSpPr>
          <p:nvPr/>
        </p:nvSpPr>
        <p:spPr bwMode="auto">
          <a:xfrm rot="884024">
            <a:off x="6117289" y="3074988"/>
            <a:ext cx="827088" cy="830262"/>
          </a:xfrm>
          <a:custGeom>
            <a:avLst/>
            <a:gdLst>
              <a:gd name="G0" fmla="+- 0 0 0"/>
              <a:gd name="G1" fmla="+- 20754 0 0"/>
              <a:gd name="G2" fmla="+- 21600 0 0"/>
              <a:gd name="T0" fmla="*/ 5986 w 20590"/>
              <a:gd name="T1" fmla="*/ 0 h 20754"/>
              <a:gd name="T2" fmla="*/ 20590 w 20590"/>
              <a:gd name="T3" fmla="*/ 14225 h 20754"/>
              <a:gd name="T4" fmla="*/ 0 w 20590"/>
              <a:gd name="T5" fmla="*/ 20754 h 20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590" h="20754" fill="none" extrusionOk="0">
                <a:moveTo>
                  <a:pt x="5985" y="0"/>
                </a:moveTo>
                <a:cubicBezTo>
                  <a:pt x="12926" y="2001"/>
                  <a:pt x="18406" y="7339"/>
                  <a:pt x="20589" y="14225"/>
                </a:cubicBezTo>
              </a:path>
              <a:path w="20590" h="20754" stroke="0" extrusionOk="0">
                <a:moveTo>
                  <a:pt x="5985" y="0"/>
                </a:moveTo>
                <a:cubicBezTo>
                  <a:pt x="12926" y="2001"/>
                  <a:pt x="18406" y="7339"/>
                  <a:pt x="20589" y="14225"/>
                </a:cubicBezTo>
                <a:lnTo>
                  <a:pt x="0" y="20754"/>
                </a:lnTo>
                <a:close/>
              </a:path>
            </a:pathLst>
          </a:custGeom>
          <a:gradFill rotWithShape="1">
            <a:gsLst>
              <a:gs pos="0">
                <a:srgbClr val="1C357A"/>
              </a:gs>
              <a:gs pos="100000">
                <a:srgbClr val="446AD4"/>
              </a:gs>
            </a:gsLst>
            <a:lin ang="5400000" scaled="1"/>
          </a:gradFill>
          <a:ln w="317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7" name="Arc 45"/>
          <p:cNvSpPr>
            <a:spLocks/>
          </p:cNvSpPr>
          <p:nvPr/>
        </p:nvSpPr>
        <p:spPr bwMode="auto">
          <a:xfrm rot="4500000">
            <a:off x="6129195" y="3661570"/>
            <a:ext cx="828675" cy="836612"/>
          </a:xfrm>
          <a:custGeom>
            <a:avLst/>
            <a:gdLst>
              <a:gd name="G0" fmla="+- 0 0 0"/>
              <a:gd name="G1" fmla="+- 20863 0 0"/>
              <a:gd name="G2" fmla="+- 21600 0 0"/>
              <a:gd name="T0" fmla="*/ 5593 w 20718"/>
              <a:gd name="T1" fmla="*/ 0 h 20863"/>
              <a:gd name="T2" fmla="*/ 20718 w 20718"/>
              <a:gd name="T3" fmla="*/ 14753 h 20863"/>
              <a:gd name="T4" fmla="*/ 0 w 20718"/>
              <a:gd name="T5" fmla="*/ 20863 h 20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718" h="20863" fill="none" extrusionOk="0">
                <a:moveTo>
                  <a:pt x="5593" y="-1"/>
                </a:moveTo>
                <a:cubicBezTo>
                  <a:pt x="12859" y="1947"/>
                  <a:pt x="18589" y="7536"/>
                  <a:pt x="20717" y="14753"/>
                </a:cubicBezTo>
              </a:path>
              <a:path w="20718" h="20863" stroke="0" extrusionOk="0">
                <a:moveTo>
                  <a:pt x="5593" y="-1"/>
                </a:moveTo>
                <a:cubicBezTo>
                  <a:pt x="12859" y="1947"/>
                  <a:pt x="18589" y="7536"/>
                  <a:pt x="20717" y="14753"/>
                </a:cubicBezTo>
                <a:lnTo>
                  <a:pt x="0" y="20863"/>
                </a:lnTo>
                <a:close/>
              </a:path>
            </a:pathLst>
          </a:custGeom>
          <a:gradFill rotWithShape="1">
            <a:gsLst>
              <a:gs pos="0">
                <a:srgbClr val="2E2E70"/>
              </a:gs>
              <a:gs pos="100000">
                <a:srgbClr val="336699"/>
              </a:gs>
            </a:gsLst>
            <a:lin ang="5400000" scaled="1"/>
          </a:gradFill>
          <a:ln w="317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8" name="Arc 46"/>
          <p:cNvSpPr>
            <a:spLocks/>
          </p:cNvSpPr>
          <p:nvPr/>
        </p:nvSpPr>
        <p:spPr bwMode="auto">
          <a:xfrm rot="20724172" flipH="1">
            <a:off x="5106052" y="3081338"/>
            <a:ext cx="827087" cy="825500"/>
          </a:xfrm>
          <a:custGeom>
            <a:avLst/>
            <a:gdLst>
              <a:gd name="G0" fmla="+- 0 0 0"/>
              <a:gd name="G1" fmla="+- 20650 0 0"/>
              <a:gd name="G2" fmla="+- 21600 0 0"/>
              <a:gd name="T0" fmla="*/ 6335 w 20600"/>
              <a:gd name="T1" fmla="*/ 0 h 20650"/>
              <a:gd name="T2" fmla="*/ 20600 w 20600"/>
              <a:gd name="T3" fmla="*/ 14154 h 20650"/>
              <a:gd name="T4" fmla="*/ 0 w 20600"/>
              <a:gd name="T5" fmla="*/ 20650 h 20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600" h="20650" fill="none" extrusionOk="0">
                <a:moveTo>
                  <a:pt x="6335" y="-1"/>
                </a:moveTo>
                <a:cubicBezTo>
                  <a:pt x="13128" y="2084"/>
                  <a:pt x="18462" y="7376"/>
                  <a:pt x="20600" y="14153"/>
                </a:cubicBezTo>
              </a:path>
              <a:path w="20600" h="20650" stroke="0" extrusionOk="0">
                <a:moveTo>
                  <a:pt x="6335" y="-1"/>
                </a:moveTo>
                <a:cubicBezTo>
                  <a:pt x="13128" y="2084"/>
                  <a:pt x="18462" y="7376"/>
                  <a:pt x="20600" y="14153"/>
                </a:cubicBezTo>
                <a:lnTo>
                  <a:pt x="0" y="20650"/>
                </a:lnTo>
                <a:close/>
              </a:path>
            </a:pathLst>
          </a:custGeom>
          <a:gradFill rotWithShape="1">
            <a:gsLst>
              <a:gs pos="0">
                <a:srgbClr val="163622"/>
              </a:gs>
              <a:gs pos="100000">
                <a:srgbClr val="3D9983"/>
              </a:gs>
            </a:gsLst>
            <a:lin ang="5400000" scaled="1"/>
          </a:gradFill>
          <a:ln w="317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19" name="Arc 47"/>
          <p:cNvSpPr>
            <a:spLocks/>
          </p:cNvSpPr>
          <p:nvPr/>
        </p:nvSpPr>
        <p:spPr bwMode="auto">
          <a:xfrm rot="17100000" flipH="1">
            <a:off x="5105258" y="3661569"/>
            <a:ext cx="825500" cy="833438"/>
          </a:xfrm>
          <a:custGeom>
            <a:avLst/>
            <a:gdLst>
              <a:gd name="G0" fmla="+- 0 0 0"/>
              <a:gd name="G1" fmla="+- 20821 0 0"/>
              <a:gd name="G2" fmla="+- 21600 0 0"/>
              <a:gd name="T0" fmla="*/ 5747 w 20653"/>
              <a:gd name="T1" fmla="*/ 0 h 20821"/>
              <a:gd name="T2" fmla="*/ 20653 w 20653"/>
              <a:gd name="T3" fmla="*/ 14496 h 20821"/>
              <a:gd name="T4" fmla="*/ 0 w 20653"/>
              <a:gd name="T5" fmla="*/ 20821 h 20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653" h="20821" fill="none" extrusionOk="0">
                <a:moveTo>
                  <a:pt x="5747" y="-1"/>
                </a:moveTo>
                <a:cubicBezTo>
                  <a:pt x="12867" y="1965"/>
                  <a:pt x="18490" y="7432"/>
                  <a:pt x="20653" y="14495"/>
                </a:cubicBezTo>
              </a:path>
              <a:path w="20653" h="20821" stroke="0" extrusionOk="0">
                <a:moveTo>
                  <a:pt x="5747" y="-1"/>
                </a:moveTo>
                <a:cubicBezTo>
                  <a:pt x="12867" y="1965"/>
                  <a:pt x="18490" y="7432"/>
                  <a:pt x="20653" y="14495"/>
                </a:cubicBezTo>
                <a:lnTo>
                  <a:pt x="0" y="20821"/>
                </a:lnTo>
                <a:close/>
              </a:path>
            </a:pathLst>
          </a:custGeom>
          <a:gradFill rotWithShape="1">
            <a:gsLst>
              <a:gs pos="0">
                <a:srgbClr val="426D21"/>
              </a:gs>
              <a:gs pos="100000">
                <a:srgbClr val="90C94B"/>
              </a:gs>
            </a:gsLst>
            <a:lin ang="5400000" scaled="1"/>
          </a:gradFill>
          <a:ln w="317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20" name="Oval 48"/>
          <p:cNvSpPr>
            <a:spLocks noChangeArrowheads="1"/>
          </p:cNvSpPr>
          <p:nvPr/>
        </p:nvSpPr>
        <p:spPr bwMode="auto">
          <a:xfrm>
            <a:off x="5353702" y="3092450"/>
            <a:ext cx="1368425" cy="1368425"/>
          </a:xfrm>
          <a:prstGeom prst="ellipse">
            <a:avLst/>
          </a:prstGeom>
          <a:gradFill rotWithShape="1">
            <a:gsLst>
              <a:gs pos="0">
                <a:srgbClr val="BDE6FF"/>
              </a:gs>
              <a:gs pos="100000">
                <a:srgbClr val="CCEC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sp>
        <p:nvSpPr>
          <p:cNvPr id="21" name="Oval 49"/>
          <p:cNvSpPr>
            <a:spLocks noChangeArrowheads="1"/>
          </p:cNvSpPr>
          <p:nvPr/>
        </p:nvSpPr>
        <p:spPr bwMode="auto">
          <a:xfrm>
            <a:off x="5425139" y="3176588"/>
            <a:ext cx="1223963" cy="1220787"/>
          </a:xfrm>
          <a:prstGeom prst="ellipse">
            <a:avLst/>
          </a:prstGeom>
          <a:gradFill rotWithShape="0">
            <a:gsLst>
              <a:gs pos="0">
                <a:srgbClr val="A1BAD3">
                  <a:alpha val="64999"/>
                </a:srgbClr>
              </a:gs>
              <a:gs pos="43000">
                <a:srgbClr val="A1BAD3">
                  <a:gamma/>
                  <a:tint val="28627"/>
                  <a:invGamma/>
                  <a:alpha val="63000"/>
                </a:srgbClr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zh-CN" altLang="zh-CN" sz="1600" smtClean="0">
              <a:latin typeface="AdiHaus"/>
              <a:ea typeface="HY견고딕" pitchFamily="18" charset="-127"/>
            </a:endParaRPr>
          </a:p>
        </p:txBody>
      </p:sp>
      <p:sp>
        <p:nvSpPr>
          <p:cNvPr id="22" name="AutoShape 52"/>
          <p:cNvSpPr>
            <a:spLocks noChangeAspect="1" noChangeArrowheads="1"/>
          </p:cNvSpPr>
          <p:nvPr/>
        </p:nvSpPr>
        <p:spPr bwMode="auto">
          <a:xfrm>
            <a:off x="5426727" y="3178175"/>
            <a:ext cx="1220787" cy="1220788"/>
          </a:xfrm>
          <a:custGeom>
            <a:avLst/>
            <a:gdLst>
              <a:gd name="G0" fmla="+- 451 0 0"/>
              <a:gd name="G1" fmla="+- 21600 0 451"/>
              <a:gd name="G2" fmla="+- 21600 0 451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51" y="10800"/>
                </a:moveTo>
                <a:cubicBezTo>
                  <a:pt x="451" y="16516"/>
                  <a:pt x="5084" y="21149"/>
                  <a:pt x="10800" y="21149"/>
                </a:cubicBezTo>
                <a:cubicBezTo>
                  <a:pt x="16516" y="21149"/>
                  <a:pt x="21149" y="16516"/>
                  <a:pt x="21149" y="10800"/>
                </a:cubicBezTo>
                <a:cubicBezTo>
                  <a:pt x="21149" y="5084"/>
                  <a:pt x="16516" y="451"/>
                  <a:pt x="10800" y="451"/>
                </a:cubicBezTo>
                <a:cubicBezTo>
                  <a:pt x="5084" y="451"/>
                  <a:pt x="451" y="5084"/>
                  <a:pt x="451" y="10800"/>
                </a:cubicBezTo>
                <a:close/>
              </a:path>
            </a:pathLst>
          </a:custGeom>
          <a:gradFill rotWithShape="1">
            <a:gsLst>
              <a:gs pos="0">
                <a:srgbClr val="CCECFF">
                  <a:alpha val="0"/>
                </a:srgbClr>
              </a:gs>
              <a:gs pos="100000">
                <a:srgbClr val="068E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latin typeface="AdiHaus"/>
            </a:endParaRPr>
          </a:p>
        </p:txBody>
      </p:sp>
      <p:pic>
        <p:nvPicPr>
          <p:cNvPr id="23" name="Picture 105" descr="02章_05-1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314" y="4076700"/>
            <a:ext cx="188913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6" descr="02章_05-1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302" y="3213100"/>
            <a:ext cx="188912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8" descr="02章_05-1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14" y="3284538"/>
            <a:ext cx="188913" cy="18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9" descr="02章_05-1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14" y="4076700"/>
            <a:ext cx="188913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utoShape 121"/>
          <p:cNvSpPr>
            <a:spLocks noChangeArrowheads="1"/>
          </p:cNvSpPr>
          <p:nvPr/>
        </p:nvSpPr>
        <p:spPr bwMode="auto">
          <a:xfrm>
            <a:off x="4777439" y="4113213"/>
            <a:ext cx="604838" cy="3079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99CC">
                        <a:gamma/>
                        <a:tint val="31765"/>
                        <a:invGamma/>
                      </a:srgbClr>
                    </a:gs>
                    <a:gs pos="100000">
                      <a:srgbClr val="0099CC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5890C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smtClean="0">
                <a:latin typeface="AdiHaus"/>
                <a:ea typeface="굴림" pitchFamily="34" charset="-127"/>
              </a:rPr>
              <a:t>1</a:t>
            </a:r>
          </a:p>
        </p:txBody>
      </p:sp>
      <p:sp>
        <p:nvSpPr>
          <p:cNvPr id="28" name="AutoShape 122"/>
          <p:cNvSpPr>
            <a:spLocks noChangeArrowheads="1"/>
          </p:cNvSpPr>
          <p:nvPr/>
        </p:nvSpPr>
        <p:spPr bwMode="auto">
          <a:xfrm>
            <a:off x="6722127" y="4113213"/>
            <a:ext cx="604837" cy="306387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99CC">
                        <a:gamma/>
                        <a:tint val="31765"/>
                        <a:invGamma/>
                      </a:srgbClr>
                    </a:gs>
                    <a:gs pos="100000">
                      <a:srgbClr val="0099CC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5890C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smtClean="0">
                <a:latin typeface="AdiHaus"/>
                <a:ea typeface="굴림" pitchFamily="34" charset="-127"/>
              </a:rPr>
              <a:t>4</a:t>
            </a:r>
          </a:p>
        </p:txBody>
      </p:sp>
      <p:sp>
        <p:nvSpPr>
          <p:cNvPr id="29" name="AutoShape 123"/>
          <p:cNvSpPr>
            <a:spLocks noChangeArrowheads="1"/>
          </p:cNvSpPr>
          <p:nvPr/>
        </p:nvSpPr>
        <p:spPr bwMode="auto">
          <a:xfrm>
            <a:off x="6722127" y="3176588"/>
            <a:ext cx="604837" cy="306387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99CC">
                        <a:gamma/>
                        <a:tint val="31765"/>
                        <a:invGamma/>
                      </a:srgbClr>
                    </a:gs>
                    <a:gs pos="100000">
                      <a:srgbClr val="0099CC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5890C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dirty="0" smtClean="0">
                <a:latin typeface="AdiHaus"/>
                <a:ea typeface="굴림" pitchFamily="34" charset="-127"/>
              </a:rPr>
              <a:t>3</a:t>
            </a:r>
          </a:p>
        </p:txBody>
      </p:sp>
      <p:sp>
        <p:nvSpPr>
          <p:cNvPr id="30" name="AutoShape 124"/>
          <p:cNvSpPr>
            <a:spLocks noChangeArrowheads="1"/>
          </p:cNvSpPr>
          <p:nvPr/>
        </p:nvSpPr>
        <p:spPr bwMode="auto">
          <a:xfrm>
            <a:off x="4748864" y="3176588"/>
            <a:ext cx="604838" cy="306387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99CC">
                        <a:gamma/>
                        <a:tint val="31765"/>
                        <a:invGamma/>
                      </a:srgbClr>
                    </a:gs>
                    <a:gs pos="100000">
                      <a:srgbClr val="0099CC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5890C8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400" b="1" smtClean="0">
                <a:latin typeface="AdiHaus"/>
                <a:ea typeface="굴림" pitchFamily="34" charset="-127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5146" y="3534807"/>
            <a:ext cx="1065535" cy="478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b="1" smtClean="0">
                <a:latin typeface="AdiHaus"/>
                <a:ea typeface="微软雅黑" pitchFamily="34" charset="-122"/>
              </a:rPr>
              <a:t>text</a:t>
            </a:r>
            <a:endParaRPr lang="zh-CN" altLang="en-US" sz="2400" b="1" dirty="0">
              <a:latin typeface="AdiHaus"/>
              <a:ea typeface="微软雅黑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28411" y="1290289"/>
            <a:ext cx="128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3366FF"/>
                </a:solidFill>
                <a:latin typeface="AdiHaus"/>
                <a:ea typeface="微软雅黑" pitchFamily="34" charset="-122"/>
              </a:defRPr>
            </a:lvl1pPr>
          </a:lstStyle>
          <a:p>
            <a:r>
              <a:rPr lang="en-US" altLang="zh-CN" dirty="0"/>
              <a:t>TPM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531876" y="4160972"/>
            <a:ext cx="1957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3366FF"/>
                </a:solidFill>
                <a:latin typeface="AdiHaus"/>
                <a:ea typeface="微软雅黑" pitchFamily="34" charset="-122"/>
              </a:defRPr>
            </a:lvl1pPr>
          </a:lstStyle>
          <a:p>
            <a:r>
              <a:rPr lang="en-US" altLang="zh-CN" dirty="0"/>
              <a:t>Material RTL</a:t>
            </a:r>
            <a:endParaRPr lang="zh-CN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06406" y="1298591"/>
            <a:ext cx="128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3366FF"/>
                </a:solidFill>
                <a:latin typeface="AdiHaus"/>
                <a:ea typeface="微软雅黑" pitchFamily="34" charset="-122"/>
              </a:rPr>
              <a:t>QCO</a:t>
            </a:r>
            <a:endParaRPr lang="zh-CN" altLang="en-US" sz="2000" b="1" dirty="0">
              <a:solidFill>
                <a:srgbClr val="3366FF"/>
              </a:solidFill>
              <a:latin typeface="AdiHaus"/>
              <a:ea typeface="微软雅黑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8000" y="1574287"/>
            <a:ext cx="4269439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Discussed with IT to share the expectation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IT team under process understand the checklist and communicating with APE IT team for necessary support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Trail plan – </a:t>
            </a:r>
            <a:r>
              <a:rPr lang="en-US" altLang="zh-CN" sz="1600" dirty="0" smtClean="0">
                <a:solidFill>
                  <a:srgbClr val="3366FF"/>
                </a:solidFill>
                <a:latin typeface="AdiHaus"/>
                <a:ea typeface="微软雅黑" pitchFamily="34" charset="-122"/>
              </a:rPr>
              <a:t>End of Sep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406" y="3998853"/>
            <a:ext cx="1831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000" b="1">
                <a:solidFill>
                  <a:srgbClr val="3366FF"/>
                </a:solidFill>
                <a:latin typeface="AdiHaus"/>
                <a:ea typeface="微软雅黑" pitchFamily="34" charset="-122"/>
              </a:defRPr>
            </a:lvl1pPr>
          </a:lstStyle>
          <a:p>
            <a:r>
              <a:rPr lang="en-US" altLang="zh-CN" dirty="0"/>
              <a:t>Tier Meeting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9425" y="4366373"/>
            <a:ext cx="42694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Discussed with IT to share the expectation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IT team is communicating with APH IT team to upgrade current software 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Trail plan – </a:t>
            </a:r>
            <a:r>
              <a:rPr lang="en-US" altLang="zh-CN" sz="1600" dirty="0" smtClean="0">
                <a:solidFill>
                  <a:srgbClr val="3366FF"/>
                </a:solidFill>
                <a:latin typeface="AdiHaus"/>
                <a:ea typeface="微软雅黑" pitchFamily="34" charset="-122"/>
              </a:rPr>
              <a:t>End of Sep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0551" y="1574287"/>
            <a:ext cx="42694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Requirement gathering &amp; Device basic information - </a:t>
            </a:r>
            <a:r>
              <a:rPr lang="en-US" altLang="zh-CN" sz="1600" b="1" dirty="0" smtClean="0">
                <a:solidFill>
                  <a:srgbClr val="00B050"/>
                </a:solidFill>
                <a:latin typeface="AdiHaus"/>
                <a:ea typeface="微软雅黑" pitchFamily="34" charset="-122"/>
              </a:rPr>
              <a:t>Done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Testing of Device management, Adjustment &amp; report - </a:t>
            </a:r>
            <a:r>
              <a:rPr lang="en-US" altLang="zh-CN" sz="1600" dirty="0" smtClean="0">
                <a:solidFill>
                  <a:srgbClr val="00B050"/>
                </a:solidFill>
                <a:latin typeface="AdiHaus"/>
                <a:ea typeface="微软雅黑" pitchFamily="34" charset="-122"/>
              </a:rPr>
              <a:t>Done</a:t>
            </a:r>
            <a:endParaRPr lang="en-US" altLang="zh-CN" sz="1600" b="1" dirty="0">
              <a:solidFill>
                <a:srgbClr val="00B050"/>
              </a:solidFill>
              <a:latin typeface="AdiHaus"/>
              <a:ea typeface="微软雅黑" pitchFamily="34" charset="-122"/>
            </a:endParaRP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Equipment </a:t>
            </a:r>
            <a:r>
              <a:rPr lang="en-US" altLang="zh-CN" sz="1600" dirty="0" err="1" smtClean="0">
                <a:latin typeface="AdiHaus"/>
                <a:ea typeface="微软雅黑" pitchFamily="34" charset="-122"/>
              </a:rPr>
              <a:t>Kanban</a:t>
            </a:r>
            <a:r>
              <a:rPr lang="en-US" altLang="zh-CN" sz="1600" dirty="0" smtClean="0">
                <a:latin typeface="AdiHaus"/>
                <a:ea typeface="微软雅黑" pitchFamily="34" charset="-122"/>
              </a:rPr>
              <a:t> design </a:t>
            </a:r>
            <a:r>
              <a:rPr lang="en-US" altLang="zh-CN" sz="1600" b="1" dirty="0" smtClean="0">
                <a:solidFill>
                  <a:srgbClr val="00B050"/>
                </a:solidFill>
                <a:latin typeface="AdiHaus"/>
                <a:ea typeface="微软雅黑" pitchFamily="34" charset="-122"/>
              </a:rPr>
              <a:t>– </a:t>
            </a:r>
            <a:r>
              <a:rPr lang="en-US" altLang="zh-CN" sz="1600" b="1" dirty="0" smtClean="0">
                <a:solidFill>
                  <a:srgbClr val="3366FF"/>
                </a:solidFill>
                <a:latin typeface="AdiHaus"/>
                <a:ea typeface="微软雅黑" pitchFamily="34" charset="-122"/>
              </a:rPr>
              <a:t>On going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Trial &amp; Review -</a:t>
            </a:r>
            <a:r>
              <a:rPr lang="en-US" altLang="zh-CN" sz="1600" b="1" dirty="0" smtClean="0">
                <a:solidFill>
                  <a:srgbClr val="00B050"/>
                </a:solidFill>
                <a:latin typeface="AdiHaus"/>
                <a:ea typeface="微软雅黑" pitchFamily="34" charset="-122"/>
              </a:rPr>
              <a:t> </a:t>
            </a:r>
            <a:r>
              <a:rPr lang="en-US" altLang="zh-CN" sz="1600" b="1" dirty="0" smtClean="0">
                <a:solidFill>
                  <a:srgbClr val="3366FF"/>
                </a:solidFill>
                <a:latin typeface="AdiHaus"/>
                <a:ea typeface="微软雅黑" pitchFamily="34" charset="-122"/>
              </a:rPr>
              <a:t>End of Aug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3297" y="4484347"/>
            <a:ext cx="42694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Need to discuss with prod., PC &amp; IT to align on format design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Coordinate with IT for framework design</a:t>
            </a:r>
          </a:p>
          <a:p>
            <a:pPr marL="231775" indent="-231775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600" dirty="0" smtClean="0">
                <a:latin typeface="AdiHaus"/>
                <a:ea typeface="微软雅黑" pitchFamily="34" charset="-122"/>
              </a:rPr>
              <a:t>Trial run – </a:t>
            </a:r>
            <a:r>
              <a:rPr lang="en-US" altLang="zh-CN" sz="1600" dirty="0" smtClean="0">
                <a:solidFill>
                  <a:srgbClr val="3366FF"/>
                </a:solidFill>
                <a:latin typeface="AdiHaus"/>
                <a:ea typeface="微软雅黑" pitchFamily="34" charset="-122"/>
              </a:rPr>
              <a:t>End of Dec </a:t>
            </a:r>
          </a:p>
        </p:txBody>
      </p:sp>
    </p:spTree>
    <p:extLst>
      <p:ext uri="{BB962C8B-B14F-4D97-AF65-F5344CB8AC3E}">
        <p14:creationId xmlns:p14="http://schemas.microsoft.com/office/powerpoint/2010/main" val="337062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ADIDAS: NEUTRALS">
  <a:themeElements>
    <a:clrScheme name="2021 SOLAR GREEN">
      <a:dk1>
        <a:sysClr val="windowText" lastClr="000000"/>
      </a:dk1>
      <a:lt1>
        <a:sysClr val="window" lastClr="FFFFFF"/>
      </a:lt1>
      <a:dk2>
        <a:srgbClr val="545458"/>
      </a:dk2>
      <a:lt2>
        <a:srgbClr val="D9D7DA"/>
      </a:lt2>
      <a:accent1>
        <a:srgbClr val="E3FDC4"/>
      </a:accent1>
      <a:accent2>
        <a:srgbClr val="C8FC8B"/>
      </a:accent2>
      <a:accent3>
        <a:srgbClr val="A3FA3D"/>
      </a:accent3>
      <a:accent4>
        <a:srgbClr val="629625"/>
      </a:accent4>
      <a:accent5>
        <a:srgbClr val="416418"/>
      </a:accent5>
      <a:accent6>
        <a:srgbClr val="21320C"/>
      </a:accent6>
      <a:hlink>
        <a:srgbClr val="000000"/>
      </a:hlink>
      <a:folHlink>
        <a:srgbClr val="000000"/>
      </a:folHlink>
    </a:clrScheme>
    <a:fontScheme name="vbgsbks5">
      <a:majorFont>
        <a:latin typeface="Agency FB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72000" tIns="126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75000"/>
          </a:lnSpc>
          <a:spcAft>
            <a:spcPts val="0"/>
          </a:spcAft>
          <a:defRPr sz="1800" b="1" cap="all" spc="20" baseline="0" dirty="0" err="1">
            <a:solidFill>
              <a:schemeClr val="bg1"/>
            </a:solidFill>
            <a:latin typeface="+mj-lt"/>
            <a:cs typeface="AdihausDIN Cn" panose="020B0506020101010102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6350" cmpd="sng">
          <a:solidFill>
            <a:schemeClr val="tx1"/>
          </a:solidFill>
          <a:prstDash val="soli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 anchor="t" anchorCtr="0">
        <a:noAutofit/>
      </a:bodyPr>
      <a:lstStyle>
        <a:defPPr marL="180000" indent="-180000" algn="l">
          <a:lnSpc>
            <a:spcPct val="90000"/>
          </a:lnSpc>
          <a:spcAft>
            <a:spcPts val="600"/>
          </a:spcAft>
          <a:buSzPct val="90000"/>
          <a:buFont typeface="Wingdings" panose="05000000000000000000" pitchFamily="2" charset="2"/>
          <a:buChar char="§"/>
          <a:defRPr sz="1200" dirty="0" err="1" smtClean="0">
            <a:latin typeface="+mn-lt"/>
          </a:defRPr>
        </a:defPPr>
      </a:lstStyle>
    </a:txDef>
  </a:objectDefaults>
  <a:extraClrSchemeLst>
    <a:extraClrScheme>
      <a:clrScheme name="2021 NEUTRALS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9D7DA"/>
        </a:accent1>
        <a:accent2>
          <a:srgbClr val="C1C1C4"/>
        </a:accent2>
        <a:accent3>
          <a:srgbClr val="898A8D"/>
        </a:accent3>
        <a:accent4>
          <a:srgbClr val="6C6C6C"/>
        </a:accent4>
        <a:accent5>
          <a:srgbClr val="545458"/>
        </a:accent5>
        <a:accent6>
          <a:srgbClr val="4A4A4D"/>
        </a:accent6>
        <a:hlink>
          <a:srgbClr val="000000"/>
        </a:hlink>
        <a:folHlink>
          <a:srgbClr val="000000"/>
        </a:folHlink>
      </a:clrScheme>
    </a:extraClrScheme>
    <a:extraClrScheme>
      <a:clrScheme name="2021 YELLOW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F1B2"/>
        </a:accent1>
        <a:accent2>
          <a:srgbClr val="F1E266"/>
        </a:accent2>
        <a:accent3>
          <a:srgbClr val="E7CF00"/>
        </a:accent3>
        <a:accent4>
          <a:srgbClr val="AF9300"/>
        </a:accent4>
        <a:accent5>
          <a:srgbClr val="785900"/>
        </a:accent5>
        <a:accent6>
          <a:srgbClr val="533100"/>
        </a:accent6>
        <a:hlink>
          <a:srgbClr val="000000"/>
        </a:hlink>
        <a:folHlink>
          <a:srgbClr val="000000"/>
        </a:folHlink>
      </a:clrScheme>
    </a:extraClrScheme>
    <a:extraClrScheme>
      <a:clrScheme name="2021 COLLEGIATE GOL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E3B2"/>
        </a:accent1>
        <a:accent2>
          <a:srgbClr val="F1C766"/>
        </a:accent2>
        <a:accent3>
          <a:srgbClr val="E8A200"/>
        </a:accent3>
        <a:accent4>
          <a:srgbClr val="B07400"/>
        </a:accent4>
        <a:accent5>
          <a:srgbClr val="794700"/>
        </a:accent5>
        <a:accent6>
          <a:srgbClr val="532800"/>
        </a:accent6>
        <a:hlink>
          <a:srgbClr val="000000"/>
        </a:hlink>
        <a:folHlink>
          <a:srgbClr val="000000"/>
        </a:folHlink>
      </a:clrScheme>
    </a:extraClrScheme>
    <a:extraClrScheme>
      <a:clrScheme name="2021 SOLAR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DC3C3"/>
        </a:accent1>
        <a:accent2>
          <a:srgbClr val="FB8888"/>
        </a:accent2>
        <a:accent3>
          <a:srgbClr val="F83838"/>
        </a:accent3>
        <a:accent4>
          <a:srgbClr val="952222"/>
        </a:accent4>
        <a:accent5>
          <a:srgbClr val="631616"/>
        </a:accent5>
        <a:accent6>
          <a:srgbClr val="320B0B"/>
        </a:accent6>
        <a:hlink>
          <a:srgbClr val="000000"/>
        </a:hlink>
        <a:folHlink>
          <a:srgbClr val="000000"/>
        </a:folHlink>
      </a:clrScheme>
    </a:extraClrScheme>
    <a:extraClrScheme>
      <a:clrScheme name="2021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2BBBE"/>
        </a:accent1>
        <a:accent2>
          <a:srgbClr val="C5787F"/>
        </a:accent2>
        <a:accent3>
          <a:srgbClr val="9E1E29"/>
        </a:accent3>
        <a:accent4>
          <a:srgbClr val="5F1219"/>
        </a:accent4>
        <a:accent5>
          <a:srgbClr val="3F0C10"/>
        </a:accent5>
        <a:accent6>
          <a:srgbClr val="200608"/>
        </a:accent6>
        <a:hlink>
          <a:srgbClr val="000000"/>
        </a:hlink>
        <a:folHlink>
          <a:srgbClr val="000000"/>
        </a:folHlink>
      </a:clrScheme>
    </a:extraClrScheme>
    <a:extraClrScheme>
      <a:clrScheme name="2021 TURBO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FCCD3"/>
        </a:accent1>
        <a:accent2>
          <a:srgbClr val="FF9AA7"/>
        </a:accent2>
        <a:accent3>
          <a:srgbClr val="FF576C"/>
        </a:accent3>
        <a:accent4>
          <a:srgbClr val="993441"/>
        </a:accent4>
        <a:accent5>
          <a:srgbClr val="66232B"/>
        </a:accent5>
        <a:accent6>
          <a:srgbClr val="331116"/>
        </a:accent6>
        <a:hlink>
          <a:srgbClr val="000000"/>
        </a:hlink>
        <a:folHlink>
          <a:srgbClr val="000000"/>
        </a:folHlink>
      </a:clrScheme>
    </a:extraClrScheme>
    <a:extraClrScheme>
      <a:clrScheme name="2021 SOLAR PINK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CCDE"/>
        </a:accent1>
        <a:accent2>
          <a:srgbClr val="F19ABE"/>
        </a:accent2>
        <a:accent3>
          <a:srgbClr val="E85793"/>
        </a:accent3>
        <a:accent4>
          <a:srgbClr val="8B3458"/>
        </a:accent4>
        <a:accent5>
          <a:srgbClr val="5D233B"/>
        </a:accent5>
        <a:accent6>
          <a:srgbClr val="2E111D"/>
        </a:accent6>
        <a:hlink>
          <a:srgbClr val="000000"/>
        </a:hlink>
        <a:folHlink>
          <a:srgbClr val="000000"/>
        </a:folHlink>
      </a:clrScheme>
    </a:extraClrScheme>
    <a:extraClrScheme>
      <a:clrScheme name="2021 COLLEGIATE ROYAL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EC4D5"/>
        </a:accent1>
        <a:accent2>
          <a:srgbClr val="7D89AC"/>
        </a:accent2>
        <a:accent3>
          <a:srgbClr val="273A74"/>
        </a:accent3>
        <a:accent4>
          <a:srgbClr val="172346"/>
        </a:accent4>
        <a:accent5>
          <a:srgbClr val="10172E"/>
        </a:accent5>
        <a:accent6>
          <a:srgbClr val="080C17"/>
        </a:accent6>
        <a:hlink>
          <a:srgbClr val="000000"/>
        </a:hlink>
        <a:folHlink>
          <a:srgbClr val="000000"/>
        </a:folHlink>
      </a:clrScheme>
    </a:extraClrScheme>
    <a:extraClrScheme>
      <a:clrScheme name="2021 ORIGINALS BLUE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2D8EE"/>
        </a:accent1>
        <a:accent2>
          <a:srgbClr val="66B2DD"/>
        </a:accent2>
        <a:accent3>
          <a:srgbClr val="007FC7"/>
        </a:accent3>
        <a:accent4>
          <a:srgbClr val="004C77"/>
        </a:accent4>
        <a:accent5>
          <a:srgbClr val="003350"/>
        </a:accent5>
        <a:accent6>
          <a:srgbClr val="001928"/>
        </a:accent6>
        <a:hlink>
          <a:srgbClr val="000000"/>
        </a:hlink>
        <a:folHlink>
          <a:srgbClr val="000000"/>
        </a:folHlink>
      </a:clrScheme>
    </a:extraClrScheme>
    <a:extraClrScheme>
      <a:clrScheme name="2021 BRIGHT CYA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2E6F1"/>
        </a:accent1>
        <a:accent2>
          <a:srgbClr val="A6CDE2"/>
        </a:accent2>
        <a:accent3>
          <a:srgbClr val="6AABCF"/>
        </a:accent3>
        <a:accent4>
          <a:srgbClr val="40677C"/>
        </a:accent4>
        <a:accent5>
          <a:srgbClr val="2A4453"/>
        </a:accent5>
        <a:accent6>
          <a:srgbClr val="152229"/>
        </a:accent6>
        <a:hlink>
          <a:srgbClr val="000000"/>
        </a:hlink>
        <a:folHlink>
          <a:srgbClr val="000000"/>
        </a:folHlink>
      </a:clrScheme>
    </a:extraClrScheme>
    <a:extraClrScheme>
      <a:clrScheme name="2021 SOLAR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3FDC4"/>
        </a:accent1>
        <a:accent2>
          <a:srgbClr val="C8FC8B"/>
        </a:accent2>
        <a:accent3>
          <a:srgbClr val="A3FA3D"/>
        </a:accent3>
        <a:accent4>
          <a:srgbClr val="629625"/>
        </a:accent4>
        <a:accent5>
          <a:srgbClr val="416418"/>
        </a:accent5>
        <a:accent6>
          <a:srgbClr val="21320C"/>
        </a:accent6>
        <a:hlink>
          <a:srgbClr val="000000"/>
        </a:hlink>
        <a:folHlink>
          <a:srgbClr val="000000"/>
        </a:folHlink>
      </a:clrScheme>
    </a:extraClrScheme>
    <a:extraClrScheme>
      <a:clrScheme name="2021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C4D7CB"/>
        </a:accent1>
        <a:accent2>
          <a:srgbClr val="8BAF98"/>
        </a:accent2>
        <a:accent3>
          <a:srgbClr val="3D7953"/>
        </a:accent3>
        <a:accent4>
          <a:srgbClr val="254932"/>
        </a:accent4>
        <a:accent5>
          <a:srgbClr val="183021"/>
        </a:accent5>
        <a:accent6>
          <a:srgbClr val="0C1811"/>
        </a:accent6>
        <a:hlink>
          <a:srgbClr val="000000"/>
        </a:hlink>
        <a:folHlink>
          <a:srgbClr val="000000"/>
        </a:folHlink>
      </a:clrScheme>
    </a:extraClrScheme>
  </a:extraClrSchemeLst>
  <a:extLst>
    <a:ext uri="{05A4C25C-085E-4340-85A3-A5531E510DB2}">
      <thm15:themeFamily xmlns:thm15="http://schemas.microsoft.com/office/thememl/2012/main" xmlns="" name="adidas_PPT_Template_2021_V1" id="{6995C209-4C0F-4084-885E-181F1358F4BD}" vid="{33265333-D884-41C2-BB8D-403BE71B3E26}"/>
    </a:ext>
  </a:extLst>
</a:theme>
</file>

<file path=ppt/theme/theme4.xml><?xml version="1.0" encoding="utf-8"?>
<a:theme xmlns:a="http://schemas.openxmlformats.org/drawingml/2006/main" name="2_ADIDAS: NEUTRALS">
  <a:themeElements>
    <a:clrScheme name="2021 SOLAR GREEN">
      <a:dk1>
        <a:sysClr val="windowText" lastClr="000000"/>
      </a:dk1>
      <a:lt1>
        <a:sysClr val="window" lastClr="FFFFFF"/>
      </a:lt1>
      <a:dk2>
        <a:srgbClr val="545458"/>
      </a:dk2>
      <a:lt2>
        <a:srgbClr val="D9D7DA"/>
      </a:lt2>
      <a:accent1>
        <a:srgbClr val="E3FDC4"/>
      </a:accent1>
      <a:accent2>
        <a:srgbClr val="C8FC8B"/>
      </a:accent2>
      <a:accent3>
        <a:srgbClr val="A3FA3D"/>
      </a:accent3>
      <a:accent4>
        <a:srgbClr val="629625"/>
      </a:accent4>
      <a:accent5>
        <a:srgbClr val="416418"/>
      </a:accent5>
      <a:accent6>
        <a:srgbClr val="21320C"/>
      </a:accent6>
      <a:hlink>
        <a:srgbClr val="000000"/>
      </a:hlink>
      <a:folHlink>
        <a:srgbClr val="000000"/>
      </a:folHlink>
    </a:clrScheme>
    <a:fontScheme name="ns2434ud">
      <a:majorFont>
        <a:latin typeface="Agency FB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72000" tIns="126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75000"/>
          </a:lnSpc>
          <a:spcAft>
            <a:spcPts val="0"/>
          </a:spcAft>
          <a:defRPr sz="1800" b="1" cap="all" spc="20" baseline="0" dirty="0" err="1">
            <a:solidFill>
              <a:schemeClr val="bg1"/>
            </a:solidFill>
            <a:latin typeface="+mj-lt"/>
            <a:cs typeface="AdihausDIN Cn" panose="020B0506020101010102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6350" cmpd="sng">
          <a:solidFill>
            <a:schemeClr val="tx1"/>
          </a:solidFill>
          <a:prstDash val="soli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 anchor="t" anchorCtr="0">
        <a:noAutofit/>
      </a:bodyPr>
      <a:lstStyle>
        <a:defPPr marL="180000" indent="-180000" algn="l">
          <a:lnSpc>
            <a:spcPct val="90000"/>
          </a:lnSpc>
          <a:spcAft>
            <a:spcPts val="600"/>
          </a:spcAft>
          <a:buSzPct val="90000"/>
          <a:buFont typeface="Wingdings" panose="05000000000000000000" pitchFamily="2" charset="2"/>
          <a:buChar char="§"/>
          <a:defRPr sz="1200" dirty="0" err="1" smtClean="0">
            <a:latin typeface="+mn-lt"/>
          </a:defRPr>
        </a:defPPr>
      </a:lstStyle>
    </a:txDef>
  </a:objectDefaults>
  <a:extraClrSchemeLst>
    <a:extraClrScheme>
      <a:clrScheme name="2021 NEUTRALS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9D7DA"/>
        </a:accent1>
        <a:accent2>
          <a:srgbClr val="C1C1C4"/>
        </a:accent2>
        <a:accent3>
          <a:srgbClr val="898A8D"/>
        </a:accent3>
        <a:accent4>
          <a:srgbClr val="6C6C6C"/>
        </a:accent4>
        <a:accent5>
          <a:srgbClr val="545458"/>
        </a:accent5>
        <a:accent6>
          <a:srgbClr val="4A4A4D"/>
        </a:accent6>
        <a:hlink>
          <a:srgbClr val="000000"/>
        </a:hlink>
        <a:folHlink>
          <a:srgbClr val="000000"/>
        </a:folHlink>
      </a:clrScheme>
    </a:extraClrScheme>
    <a:extraClrScheme>
      <a:clrScheme name="2021 YELLOW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F1B2"/>
        </a:accent1>
        <a:accent2>
          <a:srgbClr val="F1E266"/>
        </a:accent2>
        <a:accent3>
          <a:srgbClr val="E7CF00"/>
        </a:accent3>
        <a:accent4>
          <a:srgbClr val="AF9300"/>
        </a:accent4>
        <a:accent5>
          <a:srgbClr val="785900"/>
        </a:accent5>
        <a:accent6>
          <a:srgbClr val="533100"/>
        </a:accent6>
        <a:hlink>
          <a:srgbClr val="000000"/>
        </a:hlink>
        <a:folHlink>
          <a:srgbClr val="000000"/>
        </a:folHlink>
      </a:clrScheme>
    </a:extraClrScheme>
    <a:extraClrScheme>
      <a:clrScheme name="2021 COLLEGIATE GOL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E3B2"/>
        </a:accent1>
        <a:accent2>
          <a:srgbClr val="F1C766"/>
        </a:accent2>
        <a:accent3>
          <a:srgbClr val="E8A200"/>
        </a:accent3>
        <a:accent4>
          <a:srgbClr val="B07400"/>
        </a:accent4>
        <a:accent5>
          <a:srgbClr val="794700"/>
        </a:accent5>
        <a:accent6>
          <a:srgbClr val="532800"/>
        </a:accent6>
        <a:hlink>
          <a:srgbClr val="000000"/>
        </a:hlink>
        <a:folHlink>
          <a:srgbClr val="000000"/>
        </a:folHlink>
      </a:clrScheme>
    </a:extraClrScheme>
    <a:extraClrScheme>
      <a:clrScheme name="2021 SOLAR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DC3C3"/>
        </a:accent1>
        <a:accent2>
          <a:srgbClr val="FB8888"/>
        </a:accent2>
        <a:accent3>
          <a:srgbClr val="F83838"/>
        </a:accent3>
        <a:accent4>
          <a:srgbClr val="952222"/>
        </a:accent4>
        <a:accent5>
          <a:srgbClr val="631616"/>
        </a:accent5>
        <a:accent6>
          <a:srgbClr val="320B0B"/>
        </a:accent6>
        <a:hlink>
          <a:srgbClr val="000000"/>
        </a:hlink>
        <a:folHlink>
          <a:srgbClr val="000000"/>
        </a:folHlink>
      </a:clrScheme>
    </a:extraClrScheme>
    <a:extraClrScheme>
      <a:clrScheme name="2021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2BBBE"/>
        </a:accent1>
        <a:accent2>
          <a:srgbClr val="C5787F"/>
        </a:accent2>
        <a:accent3>
          <a:srgbClr val="9E1E29"/>
        </a:accent3>
        <a:accent4>
          <a:srgbClr val="5F1219"/>
        </a:accent4>
        <a:accent5>
          <a:srgbClr val="3F0C10"/>
        </a:accent5>
        <a:accent6>
          <a:srgbClr val="200608"/>
        </a:accent6>
        <a:hlink>
          <a:srgbClr val="000000"/>
        </a:hlink>
        <a:folHlink>
          <a:srgbClr val="000000"/>
        </a:folHlink>
      </a:clrScheme>
    </a:extraClrScheme>
    <a:extraClrScheme>
      <a:clrScheme name="2021 TURBO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FCCD3"/>
        </a:accent1>
        <a:accent2>
          <a:srgbClr val="FF9AA7"/>
        </a:accent2>
        <a:accent3>
          <a:srgbClr val="FF576C"/>
        </a:accent3>
        <a:accent4>
          <a:srgbClr val="993441"/>
        </a:accent4>
        <a:accent5>
          <a:srgbClr val="66232B"/>
        </a:accent5>
        <a:accent6>
          <a:srgbClr val="331116"/>
        </a:accent6>
        <a:hlink>
          <a:srgbClr val="000000"/>
        </a:hlink>
        <a:folHlink>
          <a:srgbClr val="000000"/>
        </a:folHlink>
      </a:clrScheme>
    </a:extraClrScheme>
    <a:extraClrScheme>
      <a:clrScheme name="2021 SOLAR PINK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CCDE"/>
        </a:accent1>
        <a:accent2>
          <a:srgbClr val="F19ABE"/>
        </a:accent2>
        <a:accent3>
          <a:srgbClr val="E85793"/>
        </a:accent3>
        <a:accent4>
          <a:srgbClr val="8B3458"/>
        </a:accent4>
        <a:accent5>
          <a:srgbClr val="5D233B"/>
        </a:accent5>
        <a:accent6>
          <a:srgbClr val="2E111D"/>
        </a:accent6>
        <a:hlink>
          <a:srgbClr val="000000"/>
        </a:hlink>
        <a:folHlink>
          <a:srgbClr val="000000"/>
        </a:folHlink>
      </a:clrScheme>
    </a:extraClrScheme>
    <a:extraClrScheme>
      <a:clrScheme name="2021 COLLEGIATE ROYAL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EC4D5"/>
        </a:accent1>
        <a:accent2>
          <a:srgbClr val="7D89AC"/>
        </a:accent2>
        <a:accent3>
          <a:srgbClr val="273A74"/>
        </a:accent3>
        <a:accent4>
          <a:srgbClr val="172346"/>
        </a:accent4>
        <a:accent5>
          <a:srgbClr val="10172E"/>
        </a:accent5>
        <a:accent6>
          <a:srgbClr val="080C17"/>
        </a:accent6>
        <a:hlink>
          <a:srgbClr val="000000"/>
        </a:hlink>
        <a:folHlink>
          <a:srgbClr val="000000"/>
        </a:folHlink>
      </a:clrScheme>
    </a:extraClrScheme>
    <a:extraClrScheme>
      <a:clrScheme name="2021 ORIGINALS BLUE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2D8EE"/>
        </a:accent1>
        <a:accent2>
          <a:srgbClr val="66B2DD"/>
        </a:accent2>
        <a:accent3>
          <a:srgbClr val="007FC7"/>
        </a:accent3>
        <a:accent4>
          <a:srgbClr val="004C77"/>
        </a:accent4>
        <a:accent5>
          <a:srgbClr val="003350"/>
        </a:accent5>
        <a:accent6>
          <a:srgbClr val="001928"/>
        </a:accent6>
        <a:hlink>
          <a:srgbClr val="000000"/>
        </a:hlink>
        <a:folHlink>
          <a:srgbClr val="000000"/>
        </a:folHlink>
      </a:clrScheme>
    </a:extraClrScheme>
    <a:extraClrScheme>
      <a:clrScheme name="2021 BRIGHT CYA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2E6F1"/>
        </a:accent1>
        <a:accent2>
          <a:srgbClr val="A6CDE2"/>
        </a:accent2>
        <a:accent3>
          <a:srgbClr val="6AABCF"/>
        </a:accent3>
        <a:accent4>
          <a:srgbClr val="40677C"/>
        </a:accent4>
        <a:accent5>
          <a:srgbClr val="2A4453"/>
        </a:accent5>
        <a:accent6>
          <a:srgbClr val="152229"/>
        </a:accent6>
        <a:hlink>
          <a:srgbClr val="000000"/>
        </a:hlink>
        <a:folHlink>
          <a:srgbClr val="000000"/>
        </a:folHlink>
      </a:clrScheme>
    </a:extraClrScheme>
    <a:extraClrScheme>
      <a:clrScheme name="2021 SOLAR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3FDC4"/>
        </a:accent1>
        <a:accent2>
          <a:srgbClr val="C8FC8B"/>
        </a:accent2>
        <a:accent3>
          <a:srgbClr val="A3FA3D"/>
        </a:accent3>
        <a:accent4>
          <a:srgbClr val="629625"/>
        </a:accent4>
        <a:accent5>
          <a:srgbClr val="416418"/>
        </a:accent5>
        <a:accent6>
          <a:srgbClr val="21320C"/>
        </a:accent6>
        <a:hlink>
          <a:srgbClr val="000000"/>
        </a:hlink>
        <a:folHlink>
          <a:srgbClr val="000000"/>
        </a:folHlink>
      </a:clrScheme>
    </a:extraClrScheme>
    <a:extraClrScheme>
      <a:clrScheme name="2021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C4D7CB"/>
        </a:accent1>
        <a:accent2>
          <a:srgbClr val="8BAF98"/>
        </a:accent2>
        <a:accent3>
          <a:srgbClr val="3D7953"/>
        </a:accent3>
        <a:accent4>
          <a:srgbClr val="254932"/>
        </a:accent4>
        <a:accent5>
          <a:srgbClr val="183021"/>
        </a:accent5>
        <a:accent6>
          <a:srgbClr val="0C1811"/>
        </a:accent6>
        <a:hlink>
          <a:srgbClr val="000000"/>
        </a:hlink>
        <a:folHlink>
          <a:srgbClr val="000000"/>
        </a:folHlink>
      </a:clrScheme>
    </a:extraClrScheme>
  </a:extraClrSchemeLst>
  <a:extLst>
    <a:ext uri="{05A4C25C-085E-4340-85A3-A5531E510DB2}">
      <thm15:themeFamily xmlns:thm15="http://schemas.microsoft.com/office/thememl/2012/main" xmlns="" name="adidas_PPT_Template_2021_V1" id="{6995C209-4C0F-4084-885E-181F1358F4BD}" vid="{33265333-D884-41C2-BB8D-403BE71B3E26}"/>
    </a:ext>
  </a:extLst>
</a:theme>
</file>

<file path=ppt/theme/theme5.xml><?xml version="1.0" encoding="utf-8"?>
<a:theme xmlns:a="http://schemas.openxmlformats.org/drawingml/2006/main" name="ADIDAS: NEUTRALS">
  <a:themeElements>
    <a:clrScheme name="2021 BRIGHT CYAN">
      <a:dk1>
        <a:sysClr val="windowText" lastClr="000000"/>
      </a:dk1>
      <a:lt1>
        <a:sysClr val="window" lastClr="FFFFFF"/>
      </a:lt1>
      <a:dk2>
        <a:srgbClr val="545458"/>
      </a:dk2>
      <a:lt2>
        <a:srgbClr val="D9D7DA"/>
      </a:lt2>
      <a:accent1>
        <a:srgbClr val="D2E6F1"/>
      </a:accent1>
      <a:accent2>
        <a:srgbClr val="A6CDE2"/>
      </a:accent2>
      <a:accent3>
        <a:srgbClr val="6AABCF"/>
      </a:accent3>
      <a:accent4>
        <a:srgbClr val="40677C"/>
      </a:accent4>
      <a:accent5>
        <a:srgbClr val="2A4453"/>
      </a:accent5>
      <a:accent6>
        <a:srgbClr val="152229"/>
      </a:accent6>
      <a:hlink>
        <a:srgbClr val="000000"/>
      </a:hlink>
      <a:folHlink>
        <a:srgbClr val="000000"/>
      </a:folHlink>
    </a:clrScheme>
    <a:fontScheme name="ADIDAS GLOBAL 20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72000" tIns="126000" rIns="72000" bIns="72000" numCol="1" spcCol="0" rtlCol="0" fromWordArt="0" anchor="ctr" anchorCtr="0" forceAA="0" compatLnSpc="1">
        <a:noAutofit/>
      </a:bodyPr>
      <a:lstStyle>
        <a:defPPr algn="ctr">
          <a:lnSpc>
            <a:spcPct val="75000"/>
          </a:lnSpc>
          <a:spcAft>
            <a:spcPts val="0"/>
          </a:spcAft>
          <a:defRPr sz="1800" b="1" cap="all" spc="20" baseline="0" dirty="0" err="1">
            <a:solidFill>
              <a:schemeClr val="bg1"/>
            </a:solidFill>
            <a:latin typeface="+mj-lt"/>
            <a:cs typeface="AdihausDIN Cn" panose="020B0506020101010102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6350" cmpd="sng">
          <a:solidFill>
            <a:schemeClr val="tx1"/>
          </a:solidFill>
          <a:prstDash val="soli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 anchor="t" anchorCtr="0">
        <a:noAutofit/>
      </a:bodyPr>
      <a:lstStyle>
        <a:defPPr marL="179705" indent="-179705" algn="l">
          <a:lnSpc>
            <a:spcPct val="90000"/>
          </a:lnSpc>
          <a:spcAft>
            <a:spcPts val="600"/>
          </a:spcAft>
          <a:buSzPct val="90000"/>
          <a:buFont typeface="Wingdings" panose="05000000000000000000" pitchFamily="2" charset="2"/>
          <a:buChar char="§"/>
          <a:defRPr sz="1200" dirty="0" err="1" smtClean="0">
            <a:latin typeface="+mn-lt"/>
          </a:defRPr>
        </a:defPPr>
      </a:lstStyle>
    </a:txDef>
  </a:objectDefaults>
  <a:extraClrSchemeLst>
    <a:extraClrScheme>
      <a:clrScheme name="2021 NEUTRALS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9D7DA"/>
        </a:accent1>
        <a:accent2>
          <a:srgbClr val="C1C1C4"/>
        </a:accent2>
        <a:accent3>
          <a:srgbClr val="898A8D"/>
        </a:accent3>
        <a:accent4>
          <a:srgbClr val="6C6C6C"/>
        </a:accent4>
        <a:accent5>
          <a:srgbClr val="545458"/>
        </a:accent5>
        <a:accent6>
          <a:srgbClr val="4A4A4D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YELLOW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F1B2"/>
        </a:accent1>
        <a:accent2>
          <a:srgbClr val="F1E266"/>
        </a:accent2>
        <a:accent3>
          <a:srgbClr val="E7CF00"/>
        </a:accent3>
        <a:accent4>
          <a:srgbClr val="AF9300"/>
        </a:accent4>
        <a:accent5>
          <a:srgbClr val="785900"/>
        </a:accent5>
        <a:accent6>
          <a:srgbClr val="533100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COLLEGIATE GOL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E3B2"/>
        </a:accent1>
        <a:accent2>
          <a:srgbClr val="F1C766"/>
        </a:accent2>
        <a:accent3>
          <a:srgbClr val="E8A200"/>
        </a:accent3>
        <a:accent4>
          <a:srgbClr val="B07400"/>
        </a:accent4>
        <a:accent5>
          <a:srgbClr val="794700"/>
        </a:accent5>
        <a:accent6>
          <a:srgbClr val="532800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SOLAR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DC3C3"/>
        </a:accent1>
        <a:accent2>
          <a:srgbClr val="FB8888"/>
        </a:accent2>
        <a:accent3>
          <a:srgbClr val="F83838"/>
        </a:accent3>
        <a:accent4>
          <a:srgbClr val="952222"/>
        </a:accent4>
        <a:accent5>
          <a:srgbClr val="631616"/>
        </a:accent5>
        <a:accent6>
          <a:srgbClr val="320B0B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2BBBE"/>
        </a:accent1>
        <a:accent2>
          <a:srgbClr val="C5787F"/>
        </a:accent2>
        <a:accent3>
          <a:srgbClr val="9E1E29"/>
        </a:accent3>
        <a:accent4>
          <a:srgbClr val="5F1219"/>
        </a:accent4>
        <a:accent5>
          <a:srgbClr val="3F0C10"/>
        </a:accent5>
        <a:accent6>
          <a:srgbClr val="200608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TURBO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FCCD3"/>
        </a:accent1>
        <a:accent2>
          <a:srgbClr val="FF9AA7"/>
        </a:accent2>
        <a:accent3>
          <a:srgbClr val="FF576C"/>
        </a:accent3>
        <a:accent4>
          <a:srgbClr val="993441"/>
        </a:accent4>
        <a:accent5>
          <a:srgbClr val="66232B"/>
        </a:accent5>
        <a:accent6>
          <a:srgbClr val="33111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SOLAR PINK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CCDE"/>
        </a:accent1>
        <a:accent2>
          <a:srgbClr val="F19ABE"/>
        </a:accent2>
        <a:accent3>
          <a:srgbClr val="E85793"/>
        </a:accent3>
        <a:accent4>
          <a:srgbClr val="8B3458"/>
        </a:accent4>
        <a:accent5>
          <a:srgbClr val="5D233B"/>
        </a:accent5>
        <a:accent6>
          <a:srgbClr val="2E111D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COLLEGIATE ROYAL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EC4D5"/>
        </a:accent1>
        <a:accent2>
          <a:srgbClr val="7D89AC"/>
        </a:accent2>
        <a:accent3>
          <a:srgbClr val="273A74"/>
        </a:accent3>
        <a:accent4>
          <a:srgbClr val="172346"/>
        </a:accent4>
        <a:accent5>
          <a:srgbClr val="10172E"/>
        </a:accent5>
        <a:accent6>
          <a:srgbClr val="080C17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ORIGINALS BLUE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2D8EE"/>
        </a:accent1>
        <a:accent2>
          <a:srgbClr val="66B2DD"/>
        </a:accent2>
        <a:accent3>
          <a:srgbClr val="007FC7"/>
        </a:accent3>
        <a:accent4>
          <a:srgbClr val="004C77"/>
        </a:accent4>
        <a:accent5>
          <a:srgbClr val="003350"/>
        </a:accent5>
        <a:accent6>
          <a:srgbClr val="001928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BRIGHT CYA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2E6F1"/>
        </a:accent1>
        <a:accent2>
          <a:srgbClr val="A6CDE2"/>
        </a:accent2>
        <a:accent3>
          <a:srgbClr val="6AABCF"/>
        </a:accent3>
        <a:accent4>
          <a:srgbClr val="40677C"/>
        </a:accent4>
        <a:accent5>
          <a:srgbClr val="2A4453"/>
        </a:accent5>
        <a:accent6>
          <a:srgbClr val="15222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SOLAR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3FDC4"/>
        </a:accent1>
        <a:accent2>
          <a:srgbClr val="C8FC8B"/>
        </a:accent2>
        <a:accent3>
          <a:srgbClr val="A3FA3D"/>
        </a:accent3>
        <a:accent4>
          <a:srgbClr val="629625"/>
        </a:accent4>
        <a:accent5>
          <a:srgbClr val="416418"/>
        </a:accent5>
        <a:accent6>
          <a:srgbClr val="21320C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C4D7CB"/>
        </a:accent1>
        <a:accent2>
          <a:srgbClr val="8BAF98"/>
        </a:accent2>
        <a:accent3>
          <a:srgbClr val="3D7953"/>
        </a:accent3>
        <a:accent4>
          <a:srgbClr val="254932"/>
        </a:accent4>
        <a:accent5>
          <a:srgbClr val="183021"/>
        </a:accent5>
        <a:accent6>
          <a:srgbClr val="0C1811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ADIDAS: NEUTRALS">
  <a:themeElements>
    <a:clrScheme name="2021 BRIGHT CYAN">
      <a:dk1>
        <a:sysClr val="windowText" lastClr="000000"/>
      </a:dk1>
      <a:lt1>
        <a:sysClr val="window" lastClr="FFFFFF"/>
      </a:lt1>
      <a:dk2>
        <a:srgbClr val="545458"/>
      </a:dk2>
      <a:lt2>
        <a:srgbClr val="D9D7DA"/>
      </a:lt2>
      <a:accent1>
        <a:srgbClr val="D2E6F1"/>
      </a:accent1>
      <a:accent2>
        <a:srgbClr val="A6CDE2"/>
      </a:accent2>
      <a:accent3>
        <a:srgbClr val="6AABCF"/>
      </a:accent3>
      <a:accent4>
        <a:srgbClr val="40677C"/>
      </a:accent4>
      <a:accent5>
        <a:srgbClr val="2A4453"/>
      </a:accent5>
      <a:accent6>
        <a:srgbClr val="152229"/>
      </a:accent6>
      <a:hlink>
        <a:srgbClr val="000000"/>
      </a:hlink>
      <a:folHlink>
        <a:srgbClr val="000000"/>
      </a:folHlink>
    </a:clrScheme>
    <a:fontScheme name="ADIDAS GLOBAL 20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72000" tIns="126000" rIns="72000" bIns="72000" numCol="1" spcCol="0" rtlCol="0" fromWordArt="0" anchor="ctr" anchorCtr="0" forceAA="0" compatLnSpc="1">
        <a:noAutofit/>
      </a:bodyPr>
      <a:lstStyle>
        <a:defPPr algn="ctr">
          <a:lnSpc>
            <a:spcPct val="75000"/>
          </a:lnSpc>
          <a:spcAft>
            <a:spcPts val="0"/>
          </a:spcAft>
          <a:defRPr sz="1800" b="1" cap="all" spc="20" baseline="0" dirty="0" err="1">
            <a:solidFill>
              <a:schemeClr val="bg1"/>
            </a:solidFill>
            <a:latin typeface="+mj-lt"/>
            <a:cs typeface="AdihausDIN Cn" panose="020B0506020101010102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6350" cmpd="sng">
          <a:solidFill>
            <a:schemeClr val="tx1"/>
          </a:solidFill>
          <a:prstDash val="soli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 anchor="t" anchorCtr="0">
        <a:noAutofit/>
      </a:bodyPr>
      <a:lstStyle>
        <a:defPPr marL="179705" indent="-179705" algn="l">
          <a:lnSpc>
            <a:spcPct val="90000"/>
          </a:lnSpc>
          <a:spcAft>
            <a:spcPts val="600"/>
          </a:spcAft>
          <a:buSzPct val="90000"/>
          <a:buFont typeface="Wingdings" panose="05000000000000000000" pitchFamily="2" charset="2"/>
          <a:buChar char="§"/>
          <a:defRPr sz="1200" dirty="0" err="1" smtClean="0">
            <a:latin typeface="+mn-lt"/>
          </a:defRPr>
        </a:defPPr>
      </a:lstStyle>
    </a:txDef>
  </a:objectDefaults>
  <a:extraClrSchemeLst>
    <a:extraClrScheme>
      <a:clrScheme name="2021 NEUTRALS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9D7DA"/>
        </a:accent1>
        <a:accent2>
          <a:srgbClr val="C1C1C4"/>
        </a:accent2>
        <a:accent3>
          <a:srgbClr val="898A8D"/>
        </a:accent3>
        <a:accent4>
          <a:srgbClr val="6C6C6C"/>
        </a:accent4>
        <a:accent5>
          <a:srgbClr val="545458"/>
        </a:accent5>
        <a:accent6>
          <a:srgbClr val="4A4A4D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YELLOW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F1B2"/>
        </a:accent1>
        <a:accent2>
          <a:srgbClr val="F1E266"/>
        </a:accent2>
        <a:accent3>
          <a:srgbClr val="E7CF00"/>
        </a:accent3>
        <a:accent4>
          <a:srgbClr val="AF9300"/>
        </a:accent4>
        <a:accent5>
          <a:srgbClr val="785900"/>
        </a:accent5>
        <a:accent6>
          <a:srgbClr val="533100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COLLEGIATE GOL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E3B2"/>
        </a:accent1>
        <a:accent2>
          <a:srgbClr val="F1C766"/>
        </a:accent2>
        <a:accent3>
          <a:srgbClr val="E8A200"/>
        </a:accent3>
        <a:accent4>
          <a:srgbClr val="B07400"/>
        </a:accent4>
        <a:accent5>
          <a:srgbClr val="794700"/>
        </a:accent5>
        <a:accent6>
          <a:srgbClr val="532800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SOLAR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DC3C3"/>
        </a:accent1>
        <a:accent2>
          <a:srgbClr val="FB8888"/>
        </a:accent2>
        <a:accent3>
          <a:srgbClr val="F83838"/>
        </a:accent3>
        <a:accent4>
          <a:srgbClr val="952222"/>
        </a:accent4>
        <a:accent5>
          <a:srgbClr val="631616"/>
        </a:accent5>
        <a:accent6>
          <a:srgbClr val="320B0B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RED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2BBBE"/>
        </a:accent1>
        <a:accent2>
          <a:srgbClr val="C5787F"/>
        </a:accent2>
        <a:accent3>
          <a:srgbClr val="9E1E29"/>
        </a:accent3>
        <a:accent4>
          <a:srgbClr val="5F1219"/>
        </a:accent4>
        <a:accent5>
          <a:srgbClr val="3F0C10"/>
        </a:accent5>
        <a:accent6>
          <a:srgbClr val="200608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TURBO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FCCD3"/>
        </a:accent1>
        <a:accent2>
          <a:srgbClr val="FF9AA7"/>
        </a:accent2>
        <a:accent3>
          <a:srgbClr val="FF576C"/>
        </a:accent3>
        <a:accent4>
          <a:srgbClr val="993441"/>
        </a:accent4>
        <a:accent5>
          <a:srgbClr val="66232B"/>
        </a:accent5>
        <a:accent6>
          <a:srgbClr val="33111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SOLAR PINK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F8CCDE"/>
        </a:accent1>
        <a:accent2>
          <a:srgbClr val="F19ABE"/>
        </a:accent2>
        <a:accent3>
          <a:srgbClr val="E85793"/>
        </a:accent3>
        <a:accent4>
          <a:srgbClr val="8B3458"/>
        </a:accent4>
        <a:accent5>
          <a:srgbClr val="5D233B"/>
        </a:accent5>
        <a:accent6>
          <a:srgbClr val="2E111D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COLLEGIATE ROYAL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EC4D5"/>
        </a:accent1>
        <a:accent2>
          <a:srgbClr val="7D89AC"/>
        </a:accent2>
        <a:accent3>
          <a:srgbClr val="273A74"/>
        </a:accent3>
        <a:accent4>
          <a:srgbClr val="172346"/>
        </a:accent4>
        <a:accent5>
          <a:srgbClr val="10172E"/>
        </a:accent5>
        <a:accent6>
          <a:srgbClr val="080C17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ORIGINALS BLUE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B2D8EE"/>
        </a:accent1>
        <a:accent2>
          <a:srgbClr val="66B2DD"/>
        </a:accent2>
        <a:accent3>
          <a:srgbClr val="007FC7"/>
        </a:accent3>
        <a:accent4>
          <a:srgbClr val="004C77"/>
        </a:accent4>
        <a:accent5>
          <a:srgbClr val="003350"/>
        </a:accent5>
        <a:accent6>
          <a:srgbClr val="001928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BRIGHT CYA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D2E6F1"/>
        </a:accent1>
        <a:accent2>
          <a:srgbClr val="A6CDE2"/>
        </a:accent2>
        <a:accent3>
          <a:srgbClr val="6AABCF"/>
        </a:accent3>
        <a:accent4>
          <a:srgbClr val="40677C"/>
        </a:accent4>
        <a:accent5>
          <a:srgbClr val="2A4453"/>
        </a:accent5>
        <a:accent6>
          <a:srgbClr val="15222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SOLAR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E3FDC4"/>
        </a:accent1>
        <a:accent2>
          <a:srgbClr val="C8FC8B"/>
        </a:accent2>
        <a:accent3>
          <a:srgbClr val="A3FA3D"/>
        </a:accent3>
        <a:accent4>
          <a:srgbClr val="629625"/>
        </a:accent4>
        <a:accent5>
          <a:srgbClr val="416418"/>
        </a:accent5>
        <a:accent6>
          <a:srgbClr val="21320C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1 GREEN">
        <a:dk1>
          <a:sysClr val="windowText" lastClr="000000"/>
        </a:dk1>
        <a:lt1>
          <a:sysClr val="window" lastClr="FFFFFF"/>
        </a:lt1>
        <a:dk2>
          <a:srgbClr val="545458"/>
        </a:dk2>
        <a:lt2>
          <a:srgbClr val="D9D7DA"/>
        </a:lt2>
        <a:accent1>
          <a:srgbClr val="C4D7CB"/>
        </a:accent1>
        <a:accent2>
          <a:srgbClr val="8BAF98"/>
        </a:accent2>
        <a:accent3>
          <a:srgbClr val="3D7953"/>
        </a:accent3>
        <a:accent4>
          <a:srgbClr val="254932"/>
        </a:accent4>
        <a:accent5>
          <a:srgbClr val="183021"/>
        </a:accent5>
        <a:accent6>
          <a:srgbClr val="0C1811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5001</TotalTime>
  <Words>132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1_自定义设计方案</vt:lpstr>
      <vt:lpstr>2_自定义设计方案</vt:lpstr>
      <vt:lpstr>1_ADIDAS: NEUTRALS</vt:lpstr>
      <vt:lpstr>2_ADIDAS: NEUTRALS</vt:lpstr>
      <vt:lpstr>ADIDAS: NEUTRALS</vt:lpstr>
      <vt:lpstr>3_ADIDAS: NEUTRALS</vt:lpstr>
      <vt:lpstr>5_自定义设计方案</vt:lpstr>
      <vt:lpstr>think-cell Slide</vt:lpstr>
      <vt:lpstr>2023 APC Digital Action Plan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haoliao81 haoliao81</dc:creator>
  <cp:lastModifiedBy>maksood-sk</cp:lastModifiedBy>
  <cp:revision>621</cp:revision>
  <cp:lastPrinted>2023-02-21T02:22:04Z</cp:lastPrinted>
  <dcterms:created xsi:type="dcterms:W3CDTF">2019-11-09T04:12:20Z</dcterms:created>
  <dcterms:modified xsi:type="dcterms:W3CDTF">2023-10-19T07:29:19Z</dcterms:modified>
</cp:coreProperties>
</file>